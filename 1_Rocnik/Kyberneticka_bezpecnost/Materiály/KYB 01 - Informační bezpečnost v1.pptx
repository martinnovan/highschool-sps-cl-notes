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14"/>
  </p:notesMasterIdLst>
  <p:handoutMasterIdLst>
    <p:handoutMasterId r:id="rId15"/>
  </p:handoutMasterIdLst>
  <p:sldIdLst>
    <p:sldId id="256" r:id="rId5"/>
    <p:sldId id="262" r:id="rId6"/>
    <p:sldId id="263" r:id="rId7"/>
    <p:sldId id="266" r:id="rId8"/>
    <p:sldId id="267" r:id="rId9"/>
    <p:sldId id="269" r:id="rId10"/>
    <p:sldId id="265" r:id="rId11"/>
    <p:sldId id="270" r:id="rId12"/>
    <p:sldId id="260" r:id="rId13"/>
  </p:sldIdLst>
  <p:sldSz cx="12192000" cy="6858000"/>
  <p:notesSz cx="6858000" cy="9144000"/>
  <p:defaultTextStyle>
    <a:defPPr rtl="0">
      <a:defRPr lang="cs-cz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60" autoAdjust="0"/>
    <p:restoredTop sz="94648" autoAdjust="0"/>
  </p:normalViewPr>
  <p:slideViewPr>
    <p:cSldViewPr snapToGrid="0">
      <p:cViewPr varScale="1">
        <p:scale>
          <a:sx n="111" d="100"/>
          <a:sy n="111" d="100"/>
        </p:scale>
        <p:origin x="3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00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jtík Jan" userId="26348837-cb1b-4cc5-bb1f-4d250c98f59b" providerId="ADAL" clId="{DF65F2F7-6FD9-4815-98F5-A64334620AA4}"/>
    <pc:docChg chg="custSel addSld delSld modSld">
      <pc:chgData name="Fojtík Jan" userId="26348837-cb1b-4cc5-bb1f-4d250c98f59b" providerId="ADAL" clId="{DF65F2F7-6FD9-4815-98F5-A64334620AA4}" dt="2023-01-06T11:22:00.493" v="145" actId="113"/>
      <pc:docMkLst>
        <pc:docMk/>
      </pc:docMkLst>
      <pc:sldChg chg="del">
        <pc:chgData name="Fojtík Jan" userId="26348837-cb1b-4cc5-bb1f-4d250c98f59b" providerId="ADAL" clId="{DF65F2F7-6FD9-4815-98F5-A64334620AA4}" dt="2023-01-06T11:10:58.716" v="0" actId="47"/>
        <pc:sldMkLst>
          <pc:docMk/>
          <pc:sldMk cId="3323371000" sldId="268"/>
        </pc:sldMkLst>
      </pc:sldChg>
      <pc:sldChg chg="modSp new mod">
        <pc:chgData name="Fojtík Jan" userId="26348837-cb1b-4cc5-bb1f-4d250c98f59b" providerId="ADAL" clId="{DF65F2F7-6FD9-4815-98F5-A64334620AA4}" dt="2023-01-06T11:22:00.493" v="145" actId="113"/>
        <pc:sldMkLst>
          <pc:docMk/>
          <pc:sldMk cId="398171466" sldId="270"/>
        </pc:sldMkLst>
        <pc:spChg chg="mod">
          <ac:chgData name="Fojtík Jan" userId="26348837-cb1b-4cc5-bb1f-4d250c98f59b" providerId="ADAL" clId="{DF65F2F7-6FD9-4815-98F5-A64334620AA4}" dt="2023-01-06T11:18:18.118" v="95" actId="6549"/>
          <ac:spMkLst>
            <pc:docMk/>
            <pc:sldMk cId="398171466" sldId="270"/>
            <ac:spMk id="2" creationId="{AB875899-8E0D-111C-553B-892C6A247DA8}"/>
          </ac:spMkLst>
        </pc:spChg>
        <pc:spChg chg="mod">
          <ac:chgData name="Fojtík Jan" userId="26348837-cb1b-4cc5-bb1f-4d250c98f59b" providerId="ADAL" clId="{DF65F2F7-6FD9-4815-98F5-A64334620AA4}" dt="2023-01-06T11:22:00.493" v="145" actId="113"/>
          <ac:spMkLst>
            <pc:docMk/>
            <pc:sldMk cId="398171466" sldId="270"/>
            <ac:spMk id="3" creationId="{95455C41-CDE1-0A29-CB6D-0837480C9E57}"/>
          </ac:spMkLst>
        </pc:spChg>
      </pc:sldChg>
      <pc:sldChg chg="del">
        <pc:chgData name="Fojtík Jan" userId="26348837-cb1b-4cc5-bb1f-4d250c98f59b" providerId="ADAL" clId="{DF65F2F7-6FD9-4815-98F5-A64334620AA4}" dt="2023-01-06T11:10:58.716" v="0" actId="47"/>
        <pc:sldMkLst>
          <pc:docMk/>
          <pc:sldMk cId="4137750471" sldId="27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B67046-B667-4485-8C2E-A32F8B2A1F2B}" type="doc">
      <dgm:prSet loTypeId="urn:microsoft.com/office/officeart/2005/8/layout/target1" loCatId="relationship" qsTypeId="urn:microsoft.com/office/officeart/2005/8/quickstyle/simple1" qsCatId="simple" csTypeId="urn:microsoft.com/office/officeart/2005/8/colors/colorful1" csCatId="colorful" phldr="1"/>
      <dgm:spPr/>
    </dgm:pt>
    <dgm:pt modelId="{D333225E-1D3E-424E-98B9-EB5111BCE1F6}">
      <dgm:prSet phldrT="[Text]"/>
      <dgm:spPr/>
      <dgm:t>
        <a:bodyPr/>
        <a:lstStyle/>
        <a:p>
          <a:r>
            <a:rPr lang="cs-CZ" dirty="0">
              <a:solidFill>
                <a:schemeClr val="bg1"/>
              </a:solidFill>
            </a:rPr>
            <a:t>Důkaz???</a:t>
          </a:r>
        </a:p>
      </dgm:t>
    </dgm:pt>
    <dgm:pt modelId="{2A733E00-C074-46F8-9461-2F76A47C180C}" type="parTrans" cxnId="{0B03BFD4-64BE-4454-98F9-A6B7B4ADB991}">
      <dgm:prSet/>
      <dgm:spPr/>
      <dgm:t>
        <a:bodyPr/>
        <a:lstStyle/>
        <a:p>
          <a:endParaRPr lang="cs-CZ"/>
        </a:p>
      </dgm:t>
    </dgm:pt>
    <dgm:pt modelId="{A08D1F28-4E1E-4334-A8DB-0F07BF104994}" type="sibTrans" cxnId="{0B03BFD4-64BE-4454-98F9-A6B7B4ADB991}">
      <dgm:prSet/>
      <dgm:spPr/>
      <dgm:t>
        <a:bodyPr/>
        <a:lstStyle/>
        <a:p>
          <a:endParaRPr lang="cs-CZ"/>
        </a:p>
      </dgm:t>
    </dgm:pt>
    <dgm:pt modelId="{9234C590-A110-48A0-9520-2FC26BA3EC81}">
      <dgm:prSet phldrT="[Text]"/>
      <dgm:spPr/>
      <dgm:t>
        <a:bodyPr/>
        <a:lstStyle/>
        <a:p>
          <a:r>
            <a:rPr lang="cs-CZ" dirty="0">
              <a:solidFill>
                <a:schemeClr val="bg1"/>
              </a:solidFill>
            </a:rPr>
            <a:t>Informace</a:t>
          </a:r>
        </a:p>
      </dgm:t>
    </dgm:pt>
    <dgm:pt modelId="{67F25B0E-B4C1-42EB-BE1A-1D94B71DD91C}" type="parTrans" cxnId="{B06FD22A-67CA-40BD-ABC1-2610C4A3D988}">
      <dgm:prSet/>
      <dgm:spPr/>
      <dgm:t>
        <a:bodyPr/>
        <a:lstStyle/>
        <a:p>
          <a:endParaRPr lang="cs-CZ"/>
        </a:p>
      </dgm:t>
    </dgm:pt>
    <dgm:pt modelId="{80337E72-9550-48C4-99F6-EA03440DDBB1}" type="sibTrans" cxnId="{B06FD22A-67CA-40BD-ABC1-2610C4A3D988}">
      <dgm:prSet/>
      <dgm:spPr/>
      <dgm:t>
        <a:bodyPr/>
        <a:lstStyle/>
        <a:p>
          <a:endParaRPr lang="cs-CZ"/>
        </a:p>
      </dgm:t>
    </dgm:pt>
    <dgm:pt modelId="{628C624C-9331-43D2-9ABA-C3A8967CD49E}">
      <dgm:prSet phldrT="[Text]"/>
      <dgm:spPr/>
      <dgm:t>
        <a:bodyPr/>
        <a:lstStyle/>
        <a:p>
          <a:r>
            <a:rPr lang="cs-CZ" dirty="0">
              <a:solidFill>
                <a:schemeClr val="bg1"/>
              </a:solidFill>
            </a:rPr>
            <a:t>Data</a:t>
          </a:r>
        </a:p>
      </dgm:t>
    </dgm:pt>
    <dgm:pt modelId="{707BC855-783A-413B-AF39-C479558CF49D}" type="parTrans" cxnId="{477BEDFD-EA43-4F7A-8F48-3BDE967DACCB}">
      <dgm:prSet/>
      <dgm:spPr/>
      <dgm:t>
        <a:bodyPr/>
        <a:lstStyle/>
        <a:p>
          <a:endParaRPr lang="cs-CZ"/>
        </a:p>
      </dgm:t>
    </dgm:pt>
    <dgm:pt modelId="{7F915CA5-4E1C-43C4-B988-CA3862EE95C8}" type="sibTrans" cxnId="{477BEDFD-EA43-4F7A-8F48-3BDE967DACCB}">
      <dgm:prSet/>
      <dgm:spPr/>
      <dgm:t>
        <a:bodyPr/>
        <a:lstStyle/>
        <a:p>
          <a:endParaRPr lang="cs-CZ"/>
        </a:p>
      </dgm:t>
    </dgm:pt>
    <dgm:pt modelId="{F9614BC5-9690-407D-A5D0-3010E663C29B}" type="pres">
      <dgm:prSet presAssocID="{19B67046-B667-4485-8C2E-A32F8B2A1F2B}" presName="composite" presStyleCnt="0">
        <dgm:presLayoutVars>
          <dgm:chMax val="5"/>
          <dgm:dir/>
          <dgm:resizeHandles val="exact"/>
        </dgm:presLayoutVars>
      </dgm:prSet>
      <dgm:spPr/>
    </dgm:pt>
    <dgm:pt modelId="{F9AFE0EA-7E47-443B-9D1E-0F31E57D07C7}" type="pres">
      <dgm:prSet presAssocID="{D333225E-1D3E-424E-98B9-EB5111BCE1F6}" presName="circle1" presStyleLbl="lnNode1" presStyleIdx="0" presStyleCnt="3"/>
      <dgm:spPr/>
    </dgm:pt>
    <dgm:pt modelId="{7ED597D1-1191-48AA-AFA4-CB769E4F7E25}" type="pres">
      <dgm:prSet presAssocID="{D333225E-1D3E-424E-98B9-EB5111BCE1F6}" presName="text1" presStyleLbl="revTx" presStyleIdx="0" presStyleCnt="3">
        <dgm:presLayoutVars>
          <dgm:bulletEnabled val="1"/>
        </dgm:presLayoutVars>
      </dgm:prSet>
      <dgm:spPr/>
    </dgm:pt>
    <dgm:pt modelId="{DE53DE81-D2C4-4CA4-A0FE-8DDA2DBFAE09}" type="pres">
      <dgm:prSet presAssocID="{D333225E-1D3E-424E-98B9-EB5111BCE1F6}" presName="line1" presStyleLbl="callout" presStyleIdx="0" presStyleCnt="6"/>
      <dgm:spPr/>
    </dgm:pt>
    <dgm:pt modelId="{42A8692B-C2EF-43AD-AF09-95773C4B61DF}" type="pres">
      <dgm:prSet presAssocID="{D333225E-1D3E-424E-98B9-EB5111BCE1F6}" presName="d1" presStyleLbl="callout" presStyleIdx="1" presStyleCnt="6"/>
      <dgm:spPr/>
    </dgm:pt>
    <dgm:pt modelId="{991A6F31-1E49-47E8-A11E-1F1CCB24B32E}" type="pres">
      <dgm:prSet presAssocID="{9234C590-A110-48A0-9520-2FC26BA3EC81}" presName="circle2" presStyleLbl="lnNode1" presStyleIdx="1" presStyleCnt="3"/>
      <dgm:spPr/>
    </dgm:pt>
    <dgm:pt modelId="{640883DF-0395-4E69-8252-F053CC45EAF5}" type="pres">
      <dgm:prSet presAssocID="{9234C590-A110-48A0-9520-2FC26BA3EC81}" presName="text2" presStyleLbl="revTx" presStyleIdx="1" presStyleCnt="3">
        <dgm:presLayoutVars>
          <dgm:bulletEnabled val="1"/>
        </dgm:presLayoutVars>
      </dgm:prSet>
      <dgm:spPr/>
    </dgm:pt>
    <dgm:pt modelId="{62948F6B-7812-4559-AD6D-04ED71CC47A3}" type="pres">
      <dgm:prSet presAssocID="{9234C590-A110-48A0-9520-2FC26BA3EC81}" presName="line2" presStyleLbl="callout" presStyleIdx="2" presStyleCnt="6"/>
      <dgm:spPr/>
    </dgm:pt>
    <dgm:pt modelId="{990D583C-F4FA-412C-8974-31BB31704265}" type="pres">
      <dgm:prSet presAssocID="{9234C590-A110-48A0-9520-2FC26BA3EC81}" presName="d2" presStyleLbl="callout" presStyleIdx="3" presStyleCnt="6"/>
      <dgm:spPr/>
    </dgm:pt>
    <dgm:pt modelId="{EB7FEFDE-E285-4F07-B7F0-6BF3AD3228F5}" type="pres">
      <dgm:prSet presAssocID="{628C624C-9331-43D2-9ABA-C3A8967CD49E}" presName="circle3" presStyleLbl="lnNode1" presStyleIdx="2" presStyleCnt="3"/>
      <dgm:spPr/>
    </dgm:pt>
    <dgm:pt modelId="{3B0229BF-4ED4-4C8C-B153-5BA1655AFDD8}" type="pres">
      <dgm:prSet presAssocID="{628C624C-9331-43D2-9ABA-C3A8967CD49E}" presName="text3" presStyleLbl="revTx" presStyleIdx="2" presStyleCnt="3">
        <dgm:presLayoutVars>
          <dgm:bulletEnabled val="1"/>
        </dgm:presLayoutVars>
      </dgm:prSet>
      <dgm:spPr/>
    </dgm:pt>
    <dgm:pt modelId="{799A1FBB-B36E-4113-862D-E2B9772244D0}" type="pres">
      <dgm:prSet presAssocID="{628C624C-9331-43D2-9ABA-C3A8967CD49E}" presName="line3" presStyleLbl="callout" presStyleIdx="4" presStyleCnt="6"/>
      <dgm:spPr/>
    </dgm:pt>
    <dgm:pt modelId="{82E7B8D4-63CC-4D44-9DCA-D3B223F429F7}" type="pres">
      <dgm:prSet presAssocID="{628C624C-9331-43D2-9ABA-C3A8967CD49E}" presName="d3" presStyleLbl="callout" presStyleIdx="5" presStyleCnt="6"/>
      <dgm:spPr/>
    </dgm:pt>
  </dgm:ptLst>
  <dgm:cxnLst>
    <dgm:cxn modelId="{38896E14-BA1B-4872-A5CA-B6A9E4CAB309}" type="presOf" srcId="{9234C590-A110-48A0-9520-2FC26BA3EC81}" destId="{640883DF-0395-4E69-8252-F053CC45EAF5}" srcOrd="0" destOrd="0" presId="urn:microsoft.com/office/officeart/2005/8/layout/target1"/>
    <dgm:cxn modelId="{86276B15-BF56-4005-B87D-2AF69FFC35BC}" type="presOf" srcId="{D333225E-1D3E-424E-98B9-EB5111BCE1F6}" destId="{7ED597D1-1191-48AA-AFA4-CB769E4F7E25}" srcOrd="0" destOrd="0" presId="urn:microsoft.com/office/officeart/2005/8/layout/target1"/>
    <dgm:cxn modelId="{B06FD22A-67CA-40BD-ABC1-2610C4A3D988}" srcId="{19B67046-B667-4485-8C2E-A32F8B2A1F2B}" destId="{9234C590-A110-48A0-9520-2FC26BA3EC81}" srcOrd="1" destOrd="0" parTransId="{67F25B0E-B4C1-42EB-BE1A-1D94B71DD91C}" sibTransId="{80337E72-9550-48C4-99F6-EA03440DDBB1}"/>
    <dgm:cxn modelId="{8170A476-D7D7-4FA6-B8B8-8512C79ABBD9}" type="presOf" srcId="{19B67046-B667-4485-8C2E-A32F8B2A1F2B}" destId="{F9614BC5-9690-407D-A5D0-3010E663C29B}" srcOrd="0" destOrd="0" presId="urn:microsoft.com/office/officeart/2005/8/layout/target1"/>
    <dgm:cxn modelId="{0B03BFD4-64BE-4454-98F9-A6B7B4ADB991}" srcId="{19B67046-B667-4485-8C2E-A32F8B2A1F2B}" destId="{D333225E-1D3E-424E-98B9-EB5111BCE1F6}" srcOrd="0" destOrd="0" parTransId="{2A733E00-C074-46F8-9461-2F76A47C180C}" sibTransId="{A08D1F28-4E1E-4334-A8DB-0F07BF104994}"/>
    <dgm:cxn modelId="{85F556FA-76FE-477C-A87F-B9D7B61458BD}" type="presOf" srcId="{628C624C-9331-43D2-9ABA-C3A8967CD49E}" destId="{3B0229BF-4ED4-4C8C-B153-5BA1655AFDD8}" srcOrd="0" destOrd="0" presId="urn:microsoft.com/office/officeart/2005/8/layout/target1"/>
    <dgm:cxn modelId="{477BEDFD-EA43-4F7A-8F48-3BDE967DACCB}" srcId="{19B67046-B667-4485-8C2E-A32F8B2A1F2B}" destId="{628C624C-9331-43D2-9ABA-C3A8967CD49E}" srcOrd="2" destOrd="0" parTransId="{707BC855-783A-413B-AF39-C479558CF49D}" sibTransId="{7F915CA5-4E1C-43C4-B988-CA3862EE95C8}"/>
    <dgm:cxn modelId="{4542646F-EF7B-4E0C-91AB-21680C99D998}" type="presParOf" srcId="{F9614BC5-9690-407D-A5D0-3010E663C29B}" destId="{F9AFE0EA-7E47-443B-9D1E-0F31E57D07C7}" srcOrd="0" destOrd="0" presId="urn:microsoft.com/office/officeart/2005/8/layout/target1"/>
    <dgm:cxn modelId="{6D563150-9B36-41AD-AB0E-B696B4B3ED1E}" type="presParOf" srcId="{F9614BC5-9690-407D-A5D0-3010E663C29B}" destId="{7ED597D1-1191-48AA-AFA4-CB769E4F7E25}" srcOrd="1" destOrd="0" presId="urn:microsoft.com/office/officeart/2005/8/layout/target1"/>
    <dgm:cxn modelId="{B00C71D1-F933-4EB2-B2E9-8CA35D22017A}" type="presParOf" srcId="{F9614BC5-9690-407D-A5D0-3010E663C29B}" destId="{DE53DE81-D2C4-4CA4-A0FE-8DDA2DBFAE09}" srcOrd="2" destOrd="0" presId="urn:microsoft.com/office/officeart/2005/8/layout/target1"/>
    <dgm:cxn modelId="{27A5B218-5562-470E-B190-EEC07744BCB2}" type="presParOf" srcId="{F9614BC5-9690-407D-A5D0-3010E663C29B}" destId="{42A8692B-C2EF-43AD-AF09-95773C4B61DF}" srcOrd="3" destOrd="0" presId="urn:microsoft.com/office/officeart/2005/8/layout/target1"/>
    <dgm:cxn modelId="{E306B07D-B5A9-4225-8086-4679970E2DAB}" type="presParOf" srcId="{F9614BC5-9690-407D-A5D0-3010E663C29B}" destId="{991A6F31-1E49-47E8-A11E-1F1CCB24B32E}" srcOrd="4" destOrd="0" presId="urn:microsoft.com/office/officeart/2005/8/layout/target1"/>
    <dgm:cxn modelId="{CD05BDC1-D40C-46FC-910F-41F77D2072BC}" type="presParOf" srcId="{F9614BC5-9690-407D-A5D0-3010E663C29B}" destId="{640883DF-0395-4E69-8252-F053CC45EAF5}" srcOrd="5" destOrd="0" presId="urn:microsoft.com/office/officeart/2005/8/layout/target1"/>
    <dgm:cxn modelId="{EE3D2A74-62C7-46CF-A7FA-C14FE6AF60A4}" type="presParOf" srcId="{F9614BC5-9690-407D-A5D0-3010E663C29B}" destId="{62948F6B-7812-4559-AD6D-04ED71CC47A3}" srcOrd="6" destOrd="0" presId="urn:microsoft.com/office/officeart/2005/8/layout/target1"/>
    <dgm:cxn modelId="{83CA39FC-E050-4B7C-A024-2BC8B94E700D}" type="presParOf" srcId="{F9614BC5-9690-407D-A5D0-3010E663C29B}" destId="{990D583C-F4FA-412C-8974-31BB31704265}" srcOrd="7" destOrd="0" presId="urn:microsoft.com/office/officeart/2005/8/layout/target1"/>
    <dgm:cxn modelId="{C0747534-9B94-402A-A87B-5CE9B48BF700}" type="presParOf" srcId="{F9614BC5-9690-407D-A5D0-3010E663C29B}" destId="{EB7FEFDE-E285-4F07-B7F0-6BF3AD3228F5}" srcOrd="8" destOrd="0" presId="urn:microsoft.com/office/officeart/2005/8/layout/target1"/>
    <dgm:cxn modelId="{76A92D79-F07E-4F2D-9203-8CAEAB5822C2}" type="presParOf" srcId="{F9614BC5-9690-407D-A5D0-3010E663C29B}" destId="{3B0229BF-4ED4-4C8C-B153-5BA1655AFDD8}" srcOrd="9" destOrd="0" presId="urn:microsoft.com/office/officeart/2005/8/layout/target1"/>
    <dgm:cxn modelId="{F92054D0-A77F-41E3-80CD-50EC9DA29B84}" type="presParOf" srcId="{F9614BC5-9690-407D-A5D0-3010E663C29B}" destId="{799A1FBB-B36E-4113-862D-E2B9772244D0}" srcOrd="10" destOrd="0" presId="urn:microsoft.com/office/officeart/2005/8/layout/target1"/>
    <dgm:cxn modelId="{CED32DD7-05F6-43F5-8685-39E86FE62773}" type="presParOf" srcId="{F9614BC5-9690-407D-A5D0-3010E663C29B}" destId="{82E7B8D4-63CC-4D44-9DCA-D3B223F429F7}" srcOrd="11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477A05-5D97-4C64-B231-C9034A2585FE}" type="doc">
      <dgm:prSet loTypeId="urn:microsoft.com/office/officeart/2005/8/layout/radial3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cs-CZ"/>
        </a:p>
      </dgm:t>
    </dgm:pt>
    <dgm:pt modelId="{AB44A3D2-94A7-4CC3-A26D-E5A23841AF22}">
      <dgm:prSet phldrT="[Text]"/>
      <dgm:spPr/>
      <dgm:t>
        <a:bodyPr/>
        <a:lstStyle/>
        <a:p>
          <a:r>
            <a:rPr lang="cs-CZ" dirty="0">
              <a:solidFill>
                <a:schemeClr val="bg1"/>
              </a:solidFill>
            </a:rPr>
            <a:t>Kyberprostor</a:t>
          </a:r>
        </a:p>
      </dgm:t>
    </dgm:pt>
    <dgm:pt modelId="{ED6E5F92-4BA7-42DC-9F0F-E6BC54D97D98}" type="parTrans" cxnId="{C2F1E96D-787A-4560-BCE7-9C5DFE3A732F}">
      <dgm:prSet/>
      <dgm:spPr/>
      <dgm:t>
        <a:bodyPr/>
        <a:lstStyle/>
        <a:p>
          <a:endParaRPr lang="cs-CZ">
            <a:solidFill>
              <a:schemeClr val="bg1"/>
            </a:solidFill>
          </a:endParaRPr>
        </a:p>
      </dgm:t>
    </dgm:pt>
    <dgm:pt modelId="{F259E0F5-55BA-4DD0-8557-DA1BCDA52BA0}" type="sibTrans" cxnId="{C2F1E96D-787A-4560-BCE7-9C5DFE3A732F}">
      <dgm:prSet/>
      <dgm:spPr/>
      <dgm:t>
        <a:bodyPr/>
        <a:lstStyle/>
        <a:p>
          <a:endParaRPr lang="cs-CZ">
            <a:solidFill>
              <a:schemeClr val="bg1"/>
            </a:solidFill>
          </a:endParaRPr>
        </a:p>
      </dgm:t>
    </dgm:pt>
    <dgm:pt modelId="{36A9CC08-76DF-4983-8675-A6CB2351D1C0}">
      <dgm:prSet phldrT="[Text]"/>
      <dgm:spPr/>
      <dgm:t>
        <a:bodyPr/>
        <a:lstStyle/>
        <a:p>
          <a:r>
            <a:rPr lang="cs-CZ" dirty="0">
              <a:solidFill>
                <a:schemeClr val="bg1"/>
              </a:solidFill>
            </a:rPr>
            <a:t>data/cloud</a:t>
          </a:r>
        </a:p>
      </dgm:t>
    </dgm:pt>
    <dgm:pt modelId="{CADAAF59-DBDE-4351-8441-DF11B45C87A8}" type="parTrans" cxnId="{06FF1B63-68FB-4B4C-A7A5-CD94EBFD0A1B}">
      <dgm:prSet/>
      <dgm:spPr/>
      <dgm:t>
        <a:bodyPr/>
        <a:lstStyle/>
        <a:p>
          <a:endParaRPr lang="cs-CZ">
            <a:solidFill>
              <a:schemeClr val="bg1"/>
            </a:solidFill>
          </a:endParaRPr>
        </a:p>
      </dgm:t>
    </dgm:pt>
    <dgm:pt modelId="{B8333B09-F599-4DB8-8D37-FEE1E8B936A6}" type="sibTrans" cxnId="{06FF1B63-68FB-4B4C-A7A5-CD94EBFD0A1B}">
      <dgm:prSet/>
      <dgm:spPr/>
      <dgm:t>
        <a:bodyPr/>
        <a:lstStyle/>
        <a:p>
          <a:endParaRPr lang="cs-CZ">
            <a:solidFill>
              <a:schemeClr val="bg1"/>
            </a:solidFill>
          </a:endParaRPr>
        </a:p>
      </dgm:t>
    </dgm:pt>
    <dgm:pt modelId="{FEE38DA4-374B-43E1-82FD-81D8C318E0D6}">
      <dgm:prSet phldrT="[Text]"/>
      <dgm:spPr/>
      <dgm:t>
        <a:bodyPr/>
        <a:lstStyle/>
        <a:p>
          <a:r>
            <a:rPr lang="cs-CZ" dirty="0">
              <a:solidFill>
                <a:schemeClr val="bg1"/>
              </a:solidFill>
            </a:rPr>
            <a:t>připojená zařízení</a:t>
          </a:r>
        </a:p>
      </dgm:t>
    </dgm:pt>
    <dgm:pt modelId="{DFCBE3AE-D61D-49AD-A53C-F2DE9F5C8CE9}" type="parTrans" cxnId="{FFE63123-53EF-447B-9DF6-9D98FA9E5DF3}">
      <dgm:prSet/>
      <dgm:spPr/>
      <dgm:t>
        <a:bodyPr/>
        <a:lstStyle/>
        <a:p>
          <a:endParaRPr lang="cs-CZ">
            <a:solidFill>
              <a:schemeClr val="bg1"/>
            </a:solidFill>
          </a:endParaRPr>
        </a:p>
      </dgm:t>
    </dgm:pt>
    <dgm:pt modelId="{3AE625E2-888E-4DBF-AF5F-993C6659843E}" type="sibTrans" cxnId="{FFE63123-53EF-447B-9DF6-9D98FA9E5DF3}">
      <dgm:prSet/>
      <dgm:spPr/>
      <dgm:t>
        <a:bodyPr/>
        <a:lstStyle/>
        <a:p>
          <a:endParaRPr lang="cs-CZ">
            <a:solidFill>
              <a:schemeClr val="bg1"/>
            </a:solidFill>
          </a:endParaRPr>
        </a:p>
      </dgm:t>
    </dgm:pt>
    <dgm:pt modelId="{5D1D3E14-19C0-4B9D-B52F-0BAF92CA5B83}">
      <dgm:prSet phldrT="[Text]"/>
      <dgm:spPr/>
      <dgm:t>
        <a:bodyPr/>
        <a:lstStyle/>
        <a:p>
          <a:r>
            <a:rPr lang="cs-CZ" dirty="0">
              <a:solidFill>
                <a:schemeClr val="bg1"/>
              </a:solidFill>
            </a:rPr>
            <a:t>sítě a hardware</a:t>
          </a:r>
        </a:p>
      </dgm:t>
    </dgm:pt>
    <dgm:pt modelId="{F1C62986-0F36-41A3-B52C-FC26B7C0FA09}" type="parTrans" cxnId="{88520C5B-FA85-406C-BD89-846B9A1F130F}">
      <dgm:prSet/>
      <dgm:spPr/>
      <dgm:t>
        <a:bodyPr/>
        <a:lstStyle/>
        <a:p>
          <a:endParaRPr lang="cs-CZ">
            <a:solidFill>
              <a:schemeClr val="bg1"/>
            </a:solidFill>
          </a:endParaRPr>
        </a:p>
      </dgm:t>
    </dgm:pt>
    <dgm:pt modelId="{320D426B-9D73-48EE-8107-5E9797D24450}" type="sibTrans" cxnId="{88520C5B-FA85-406C-BD89-846B9A1F130F}">
      <dgm:prSet/>
      <dgm:spPr/>
      <dgm:t>
        <a:bodyPr/>
        <a:lstStyle/>
        <a:p>
          <a:endParaRPr lang="cs-CZ">
            <a:solidFill>
              <a:schemeClr val="bg1"/>
            </a:solidFill>
          </a:endParaRPr>
        </a:p>
      </dgm:t>
    </dgm:pt>
    <dgm:pt modelId="{19E23434-A8BC-4795-AD33-CAE2DD15B0C2}">
      <dgm:prSet phldrT="[Text]"/>
      <dgm:spPr/>
      <dgm:t>
        <a:bodyPr/>
        <a:lstStyle/>
        <a:p>
          <a:r>
            <a:rPr lang="cs-CZ" dirty="0">
              <a:solidFill>
                <a:schemeClr val="bg1"/>
              </a:solidFill>
            </a:rPr>
            <a:t>webové dokumenty a aplikace</a:t>
          </a:r>
        </a:p>
      </dgm:t>
    </dgm:pt>
    <dgm:pt modelId="{061366C1-190B-4036-9399-A1BD7F84EC8C}" type="parTrans" cxnId="{1DD3AA35-90D7-48B3-9EC8-1B7E60860E5A}">
      <dgm:prSet/>
      <dgm:spPr/>
      <dgm:t>
        <a:bodyPr/>
        <a:lstStyle/>
        <a:p>
          <a:endParaRPr lang="cs-CZ">
            <a:solidFill>
              <a:schemeClr val="bg1"/>
            </a:solidFill>
          </a:endParaRPr>
        </a:p>
      </dgm:t>
    </dgm:pt>
    <dgm:pt modelId="{DDE53ACC-531D-443B-A624-DB5F4223B860}" type="sibTrans" cxnId="{1DD3AA35-90D7-48B3-9EC8-1B7E60860E5A}">
      <dgm:prSet/>
      <dgm:spPr/>
      <dgm:t>
        <a:bodyPr/>
        <a:lstStyle/>
        <a:p>
          <a:endParaRPr lang="cs-CZ">
            <a:solidFill>
              <a:schemeClr val="bg1"/>
            </a:solidFill>
          </a:endParaRPr>
        </a:p>
      </dgm:t>
    </dgm:pt>
    <dgm:pt modelId="{A23A01C2-3E43-4179-9A64-057115C3A36F}" type="pres">
      <dgm:prSet presAssocID="{5E477A05-5D97-4C64-B231-C9034A2585FE}" presName="composite" presStyleCnt="0">
        <dgm:presLayoutVars>
          <dgm:chMax val="1"/>
          <dgm:dir/>
          <dgm:resizeHandles val="exact"/>
        </dgm:presLayoutVars>
      </dgm:prSet>
      <dgm:spPr/>
    </dgm:pt>
    <dgm:pt modelId="{E6B6503B-020F-43B1-8DCC-66A463E1BC1B}" type="pres">
      <dgm:prSet presAssocID="{5E477A05-5D97-4C64-B231-C9034A2585FE}" presName="radial" presStyleCnt="0">
        <dgm:presLayoutVars>
          <dgm:animLvl val="ctr"/>
        </dgm:presLayoutVars>
      </dgm:prSet>
      <dgm:spPr/>
    </dgm:pt>
    <dgm:pt modelId="{38DFBC13-6B2B-4323-8BCB-B56AD5C0E253}" type="pres">
      <dgm:prSet presAssocID="{AB44A3D2-94A7-4CC3-A26D-E5A23841AF22}" presName="centerShape" presStyleLbl="vennNode1" presStyleIdx="0" presStyleCnt="5"/>
      <dgm:spPr/>
    </dgm:pt>
    <dgm:pt modelId="{AD77FFF3-EA91-40B3-88EA-8F75D6BF2CF1}" type="pres">
      <dgm:prSet presAssocID="{36A9CC08-76DF-4983-8675-A6CB2351D1C0}" presName="node" presStyleLbl="vennNode1" presStyleIdx="1" presStyleCnt="5">
        <dgm:presLayoutVars>
          <dgm:bulletEnabled val="1"/>
        </dgm:presLayoutVars>
      </dgm:prSet>
      <dgm:spPr/>
    </dgm:pt>
    <dgm:pt modelId="{7EF5B193-FAEE-4792-812A-D42C1D6B221B}" type="pres">
      <dgm:prSet presAssocID="{FEE38DA4-374B-43E1-82FD-81D8C318E0D6}" presName="node" presStyleLbl="vennNode1" presStyleIdx="2" presStyleCnt="5">
        <dgm:presLayoutVars>
          <dgm:bulletEnabled val="1"/>
        </dgm:presLayoutVars>
      </dgm:prSet>
      <dgm:spPr/>
    </dgm:pt>
    <dgm:pt modelId="{EDF21BF3-17C4-407D-94EA-C5A2BDEEC4D8}" type="pres">
      <dgm:prSet presAssocID="{5D1D3E14-19C0-4B9D-B52F-0BAF92CA5B83}" presName="node" presStyleLbl="vennNode1" presStyleIdx="3" presStyleCnt="5">
        <dgm:presLayoutVars>
          <dgm:bulletEnabled val="1"/>
        </dgm:presLayoutVars>
      </dgm:prSet>
      <dgm:spPr/>
    </dgm:pt>
    <dgm:pt modelId="{DDE3C679-EEF6-4DC7-A262-ADAE8F0AEC02}" type="pres">
      <dgm:prSet presAssocID="{19E23434-A8BC-4795-AD33-CAE2DD15B0C2}" presName="node" presStyleLbl="vennNode1" presStyleIdx="4" presStyleCnt="5">
        <dgm:presLayoutVars>
          <dgm:bulletEnabled val="1"/>
        </dgm:presLayoutVars>
      </dgm:prSet>
      <dgm:spPr/>
    </dgm:pt>
  </dgm:ptLst>
  <dgm:cxnLst>
    <dgm:cxn modelId="{4CC8241C-9F8A-42C8-B62D-DFF879F90ACA}" type="presOf" srcId="{5E477A05-5D97-4C64-B231-C9034A2585FE}" destId="{A23A01C2-3E43-4179-9A64-057115C3A36F}" srcOrd="0" destOrd="0" presId="urn:microsoft.com/office/officeart/2005/8/layout/radial3"/>
    <dgm:cxn modelId="{FFE63123-53EF-447B-9DF6-9D98FA9E5DF3}" srcId="{AB44A3D2-94A7-4CC3-A26D-E5A23841AF22}" destId="{FEE38DA4-374B-43E1-82FD-81D8C318E0D6}" srcOrd="1" destOrd="0" parTransId="{DFCBE3AE-D61D-49AD-A53C-F2DE9F5C8CE9}" sibTransId="{3AE625E2-888E-4DBF-AF5F-993C6659843E}"/>
    <dgm:cxn modelId="{1DD3AA35-90D7-48B3-9EC8-1B7E60860E5A}" srcId="{AB44A3D2-94A7-4CC3-A26D-E5A23841AF22}" destId="{19E23434-A8BC-4795-AD33-CAE2DD15B0C2}" srcOrd="3" destOrd="0" parTransId="{061366C1-190B-4036-9399-A1BD7F84EC8C}" sibTransId="{DDE53ACC-531D-443B-A624-DB5F4223B860}"/>
    <dgm:cxn modelId="{88520C5B-FA85-406C-BD89-846B9A1F130F}" srcId="{AB44A3D2-94A7-4CC3-A26D-E5A23841AF22}" destId="{5D1D3E14-19C0-4B9D-B52F-0BAF92CA5B83}" srcOrd="2" destOrd="0" parTransId="{F1C62986-0F36-41A3-B52C-FC26B7C0FA09}" sibTransId="{320D426B-9D73-48EE-8107-5E9797D24450}"/>
    <dgm:cxn modelId="{06FF1B63-68FB-4B4C-A7A5-CD94EBFD0A1B}" srcId="{AB44A3D2-94A7-4CC3-A26D-E5A23841AF22}" destId="{36A9CC08-76DF-4983-8675-A6CB2351D1C0}" srcOrd="0" destOrd="0" parTransId="{CADAAF59-DBDE-4351-8441-DF11B45C87A8}" sibTransId="{B8333B09-F599-4DB8-8D37-FEE1E8B936A6}"/>
    <dgm:cxn modelId="{C2F1E96D-787A-4560-BCE7-9C5DFE3A732F}" srcId="{5E477A05-5D97-4C64-B231-C9034A2585FE}" destId="{AB44A3D2-94A7-4CC3-A26D-E5A23841AF22}" srcOrd="0" destOrd="0" parTransId="{ED6E5F92-4BA7-42DC-9F0F-E6BC54D97D98}" sibTransId="{F259E0F5-55BA-4DD0-8557-DA1BCDA52BA0}"/>
    <dgm:cxn modelId="{C857A751-5DC5-4F8C-B0B8-4360CA1A11A2}" type="presOf" srcId="{AB44A3D2-94A7-4CC3-A26D-E5A23841AF22}" destId="{38DFBC13-6B2B-4323-8BCB-B56AD5C0E253}" srcOrd="0" destOrd="0" presId="urn:microsoft.com/office/officeart/2005/8/layout/radial3"/>
    <dgm:cxn modelId="{1C02CE8A-DB38-4B6F-AFD3-E3F558878F17}" type="presOf" srcId="{19E23434-A8BC-4795-AD33-CAE2DD15B0C2}" destId="{DDE3C679-EEF6-4DC7-A262-ADAE8F0AEC02}" srcOrd="0" destOrd="0" presId="urn:microsoft.com/office/officeart/2005/8/layout/radial3"/>
    <dgm:cxn modelId="{13944FAF-1B0B-4564-B020-56084C84F6A3}" type="presOf" srcId="{36A9CC08-76DF-4983-8675-A6CB2351D1C0}" destId="{AD77FFF3-EA91-40B3-88EA-8F75D6BF2CF1}" srcOrd="0" destOrd="0" presId="urn:microsoft.com/office/officeart/2005/8/layout/radial3"/>
    <dgm:cxn modelId="{F79E07F4-C920-4C7F-9F9B-7420B1AE3658}" type="presOf" srcId="{5D1D3E14-19C0-4B9D-B52F-0BAF92CA5B83}" destId="{EDF21BF3-17C4-407D-94EA-C5A2BDEEC4D8}" srcOrd="0" destOrd="0" presId="urn:microsoft.com/office/officeart/2005/8/layout/radial3"/>
    <dgm:cxn modelId="{DFBA8BFC-17C5-41FD-851F-5F701BA2E461}" type="presOf" srcId="{FEE38DA4-374B-43E1-82FD-81D8C318E0D6}" destId="{7EF5B193-FAEE-4792-812A-D42C1D6B221B}" srcOrd="0" destOrd="0" presId="urn:microsoft.com/office/officeart/2005/8/layout/radial3"/>
    <dgm:cxn modelId="{2F62DF16-DC42-4DBB-9CED-DA0A1E9226EB}" type="presParOf" srcId="{A23A01C2-3E43-4179-9A64-057115C3A36F}" destId="{E6B6503B-020F-43B1-8DCC-66A463E1BC1B}" srcOrd="0" destOrd="0" presId="urn:microsoft.com/office/officeart/2005/8/layout/radial3"/>
    <dgm:cxn modelId="{9A5DCACF-7906-4419-BFE3-9C7DFBDD0FF9}" type="presParOf" srcId="{E6B6503B-020F-43B1-8DCC-66A463E1BC1B}" destId="{38DFBC13-6B2B-4323-8BCB-B56AD5C0E253}" srcOrd="0" destOrd="0" presId="urn:microsoft.com/office/officeart/2005/8/layout/radial3"/>
    <dgm:cxn modelId="{64649C95-FB44-47BD-9EBC-8178043CD629}" type="presParOf" srcId="{E6B6503B-020F-43B1-8DCC-66A463E1BC1B}" destId="{AD77FFF3-EA91-40B3-88EA-8F75D6BF2CF1}" srcOrd="1" destOrd="0" presId="urn:microsoft.com/office/officeart/2005/8/layout/radial3"/>
    <dgm:cxn modelId="{0D9A4D86-C94A-4A73-8603-6647C8106BA9}" type="presParOf" srcId="{E6B6503B-020F-43B1-8DCC-66A463E1BC1B}" destId="{7EF5B193-FAEE-4792-812A-D42C1D6B221B}" srcOrd="2" destOrd="0" presId="urn:microsoft.com/office/officeart/2005/8/layout/radial3"/>
    <dgm:cxn modelId="{E4E9EAB5-83AC-4558-B8A5-95A314981B93}" type="presParOf" srcId="{E6B6503B-020F-43B1-8DCC-66A463E1BC1B}" destId="{EDF21BF3-17C4-407D-94EA-C5A2BDEEC4D8}" srcOrd="3" destOrd="0" presId="urn:microsoft.com/office/officeart/2005/8/layout/radial3"/>
    <dgm:cxn modelId="{1FAE39CF-6EEE-422E-BE59-8139A9DE6D66}" type="presParOf" srcId="{E6B6503B-020F-43B1-8DCC-66A463E1BC1B}" destId="{DDE3C679-EEF6-4DC7-A262-ADAE8F0AEC02}" srcOrd="4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E477A05-5D97-4C64-B231-C9034A2585FE}" type="doc">
      <dgm:prSet loTypeId="urn:microsoft.com/office/officeart/2005/8/layout/radial3" loCatId="cycle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cs-CZ"/>
        </a:p>
      </dgm:t>
    </dgm:pt>
    <dgm:pt modelId="{AB44A3D2-94A7-4CC3-A26D-E5A23841AF22}">
      <dgm:prSet phldrT="[Text]"/>
      <dgm:spPr/>
      <dgm:t>
        <a:bodyPr/>
        <a:lstStyle/>
        <a:p>
          <a:r>
            <a:rPr lang="cs-CZ"/>
            <a:t>Kyberprostor</a:t>
          </a:r>
          <a:endParaRPr lang="cs-CZ" dirty="0"/>
        </a:p>
      </dgm:t>
    </dgm:pt>
    <dgm:pt modelId="{ED6E5F92-4BA7-42DC-9F0F-E6BC54D97D98}" type="parTrans" cxnId="{C2F1E96D-787A-4560-BCE7-9C5DFE3A732F}">
      <dgm:prSet/>
      <dgm:spPr/>
      <dgm:t>
        <a:bodyPr/>
        <a:lstStyle/>
        <a:p>
          <a:endParaRPr lang="cs-CZ">
            <a:solidFill>
              <a:schemeClr val="bg1"/>
            </a:solidFill>
          </a:endParaRPr>
        </a:p>
      </dgm:t>
    </dgm:pt>
    <dgm:pt modelId="{F259E0F5-55BA-4DD0-8557-DA1BCDA52BA0}" type="sibTrans" cxnId="{C2F1E96D-787A-4560-BCE7-9C5DFE3A732F}">
      <dgm:prSet/>
      <dgm:spPr/>
      <dgm:t>
        <a:bodyPr/>
        <a:lstStyle/>
        <a:p>
          <a:endParaRPr lang="cs-CZ">
            <a:solidFill>
              <a:schemeClr val="bg1"/>
            </a:solidFill>
          </a:endParaRPr>
        </a:p>
      </dgm:t>
    </dgm:pt>
    <dgm:pt modelId="{36A9CC08-76DF-4983-8675-A6CB2351D1C0}">
      <dgm:prSet phldrT="[Text]"/>
      <dgm:spPr/>
      <dgm:t>
        <a:bodyPr/>
        <a:lstStyle/>
        <a:p>
          <a:r>
            <a:rPr lang="cs-CZ"/>
            <a:t>fyzická vrstva</a:t>
          </a:r>
          <a:endParaRPr lang="cs-CZ" dirty="0"/>
        </a:p>
      </dgm:t>
    </dgm:pt>
    <dgm:pt modelId="{CADAAF59-DBDE-4351-8441-DF11B45C87A8}" type="parTrans" cxnId="{06FF1B63-68FB-4B4C-A7A5-CD94EBFD0A1B}">
      <dgm:prSet/>
      <dgm:spPr/>
      <dgm:t>
        <a:bodyPr/>
        <a:lstStyle/>
        <a:p>
          <a:endParaRPr lang="cs-CZ">
            <a:solidFill>
              <a:schemeClr val="bg1"/>
            </a:solidFill>
          </a:endParaRPr>
        </a:p>
      </dgm:t>
    </dgm:pt>
    <dgm:pt modelId="{B8333B09-F599-4DB8-8D37-FEE1E8B936A6}" type="sibTrans" cxnId="{06FF1B63-68FB-4B4C-A7A5-CD94EBFD0A1B}">
      <dgm:prSet/>
      <dgm:spPr/>
      <dgm:t>
        <a:bodyPr/>
        <a:lstStyle/>
        <a:p>
          <a:endParaRPr lang="cs-CZ">
            <a:solidFill>
              <a:schemeClr val="bg1"/>
            </a:solidFill>
          </a:endParaRPr>
        </a:p>
      </dgm:t>
    </dgm:pt>
    <dgm:pt modelId="{7CB1786F-BE80-48BE-B552-6BBB131102CE}">
      <dgm:prSet phldrT="[Text]"/>
      <dgm:spPr/>
      <dgm:t>
        <a:bodyPr/>
        <a:lstStyle/>
        <a:p>
          <a:r>
            <a:rPr lang="cs-CZ" dirty="0"/>
            <a:t>sociální vrstva</a:t>
          </a:r>
        </a:p>
      </dgm:t>
    </dgm:pt>
    <dgm:pt modelId="{BE4F9757-B9F1-4653-B6D1-BC8CC2FE6222}" type="parTrans" cxnId="{79091202-7C22-422E-8CBF-621A34701FEF}">
      <dgm:prSet/>
      <dgm:spPr/>
      <dgm:t>
        <a:bodyPr/>
        <a:lstStyle/>
        <a:p>
          <a:endParaRPr lang="cs-CZ"/>
        </a:p>
      </dgm:t>
    </dgm:pt>
    <dgm:pt modelId="{BEB551F0-ECDE-443C-BBB7-C330EF02DEC6}" type="sibTrans" cxnId="{79091202-7C22-422E-8CBF-621A34701FEF}">
      <dgm:prSet/>
      <dgm:spPr/>
      <dgm:t>
        <a:bodyPr/>
        <a:lstStyle/>
        <a:p>
          <a:endParaRPr lang="cs-CZ"/>
        </a:p>
      </dgm:t>
    </dgm:pt>
    <dgm:pt modelId="{F75B8560-68CE-4EDE-95D6-1960BEBAC4DF}">
      <dgm:prSet phldrT="[Text]"/>
      <dgm:spPr/>
      <dgm:t>
        <a:bodyPr/>
        <a:lstStyle/>
        <a:p>
          <a:r>
            <a:rPr lang="cs-CZ" dirty="0"/>
            <a:t>logická vrstva</a:t>
          </a:r>
        </a:p>
      </dgm:t>
    </dgm:pt>
    <dgm:pt modelId="{7F0F1709-BED3-43DE-AFE1-99B3D223CE9B}" type="parTrans" cxnId="{E17F1D48-D772-4558-9B74-59270E76CD32}">
      <dgm:prSet/>
      <dgm:spPr/>
      <dgm:t>
        <a:bodyPr/>
        <a:lstStyle/>
        <a:p>
          <a:endParaRPr lang="cs-CZ"/>
        </a:p>
      </dgm:t>
    </dgm:pt>
    <dgm:pt modelId="{95A41934-EB84-4BF5-89C7-F40658D8F38D}" type="sibTrans" cxnId="{E17F1D48-D772-4558-9B74-59270E76CD32}">
      <dgm:prSet/>
      <dgm:spPr/>
      <dgm:t>
        <a:bodyPr/>
        <a:lstStyle/>
        <a:p>
          <a:endParaRPr lang="cs-CZ"/>
        </a:p>
      </dgm:t>
    </dgm:pt>
    <dgm:pt modelId="{A23A01C2-3E43-4179-9A64-057115C3A36F}" type="pres">
      <dgm:prSet presAssocID="{5E477A05-5D97-4C64-B231-C9034A2585FE}" presName="composite" presStyleCnt="0">
        <dgm:presLayoutVars>
          <dgm:chMax val="1"/>
          <dgm:dir/>
          <dgm:resizeHandles val="exact"/>
        </dgm:presLayoutVars>
      </dgm:prSet>
      <dgm:spPr/>
    </dgm:pt>
    <dgm:pt modelId="{E6B6503B-020F-43B1-8DCC-66A463E1BC1B}" type="pres">
      <dgm:prSet presAssocID="{5E477A05-5D97-4C64-B231-C9034A2585FE}" presName="radial" presStyleCnt="0">
        <dgm:presLayoutVars>
          <dgm:animLvl val="ctr"/>
        </dgm:presLayoutVars>
      </dgm:prSet>
      <dgm:spPr/>
    </dgm:pt>
    <dgm:pt modelId="{38DFBC13-6B2B-4323-8BCB-B56AD5C0E253}" type="pres">
      <dgm:prSet presAssocID="{AB44A3D2-94A7-4CC3-A26D-E5A23841AF22}" presName="centerShape" presStyleLbl="vennNode1" presStyleIdx="0" presStyleCnt="4" custLinFactNeighborY="693"/>
      <dgm:spPr/>
    </dgm:pt>
    <dgm:pt modelId="{AD77FFF3-EA91-40B3-88EA-8F75D6BF2CF1}" type="pres">
      <dgm:prSet presAssocID="{36A9CC08-76DF-4983-8675-A6CB2351D1C0}" presName="node" presStyleLbl="vennNode1" presStyleIdx="1" presStyleCnt="4">
        <dgm:presLayoutVars>
          <dgm:bulletEnabled val="1"/>
        </dgm:presLayoutVars>
      </dgm:prSet>
      <dgm:spPr/>
    </dgm:pt>
    <dgm:pt modelId="{92DE4EDF-CA62-4543-8387-4E9690E86260}" type="pres">
      <dgm:prSet presAssocID="{F75B8560-68CE-4EDE-95D6-1960BEBAC4DF}" presName="node" presStyleLbl="vennNode1" presStyleIdx="2" presStyleCnt="4">
        <dgm:presLayoutVars>
          <dgm:bulletEnabled val="1"/>
        </dgm:presLayoutVars>
      </dgm:prSet>
      <dgm:spPr/>
    </dgm:pt>
    <dgm:pt modelId="{08171BA0-165F-4A3F-9605-795AF4B16D26}" type="pres">
      <dgm:prSet presAssocID="{7CB1786F-BE80-48BE-B552-6BBB131102CE}" presName="node" presStyleLbl="vennNode1" presStyleIdx="3" presStyleCnt="4">
        <dgm:presLayoutVars>
          <dgm:bulletEnabled val="1"/>
        </dgm:presLayoutVars>
      </dgm:prSet>
      <dgm:spPr/>
    </dgm:pt>
  </dgm:ptLst>
  <dgm:cxnLst>
    <dgm:cxn modelId="{E544E400-89C7-4C4A-87B2-6D80A6D79B30}" type="presOf" srcId="{F75B8560-68CE-4EDE-95D6-1960BEBAC4DF}" destId="{92DE4EDF-CA62-4543-8387-4E9690E86260}" srcOrd="0" destOrd="0" presId="urn:microsoft.com/office/officeart/2005/8/layout/radial3"/>
    <dgm:cxn modelId="{79091202-7C22-422E-8CBF-621A34701FEF}" srcId="{AB44A3D2-94A7-4CC3-A26D-E5A23841AF22}" destId="{7CB1786F-BE80-48BE-B552-6BBB131102CE}" srcOrd="2" destOrd="0" parTransId="{BE4F9757-B9F1-4653-B6D1-BC8CC2FE6222}" sibTransId="{BEB551F0-ECDE-443C-BBB7-C330EF02DEC6}"/>
    <dgm:cxn modelId="{4CC8241C-9F8A-42C8-B62D-DFF879F90ACA}" type="presOf" srcId="{5E477A05-5D97-4C64-B231-C9034A2585FE}" destId="{A23A01C2-3E43-4179-9A64-057115C3A36F}" srcOrd="0" destOrd="0" presId="urn:microsoft.com/office/officeart/2005/8/layout/radial3"/>
    <dgm:cxn modelId="{A3971D61-2C2C-4AB1-941A-359C25096919}" type="presOf" srcId="{7CB1786F-BE80-48BE-B552-6BBB131102CE}" destId="{08171BA0-165F-4A3F-9605-795AF4B16D26}" srcOrd="0" destOrd="0" presId="urn:microsoft.com/office/officeart/2005/8/layout/radial3"/>
    <dgm:cxn modelId="{06FF1B63-68FB-4B4C-A7A5-CD94EBFD0A1B}" srcId="{AB44A3D2-94A7-4CC3-A26D-E5A23841AF22}" destId="{36A9CC08-76DF-4983-8675-A6CB2351D1C0}" srcOrd="0" destOrd="0" parTransId="{CADAAF59-DBDE-4351-8441-DF11B45C87A8}" sibTransId="{B8333B09-F599-4DB8-8D37-FEE1E8B936A6}"/>
    <dgm:cxn modelId="{E17F1D48-D772-4558-9B74-59270E76CD32}" srcId="{AB44A3D2-94A7-4CC3-A26D-E5A23841AF22}" destId="{F75B8560-68CE-4EDE-95D6-1960BEBAC4DF}" srcOrd="1" destOrd="0" parTransId="{7F0F1709-BED3-43DE-AFE1-99B3D223CE9B}" sibTransId="{95A41934-EB84-4BF5-89C7-F40658D8F38D}"/>
    <dgm:cxn modelId="{C2F1E96D-787A-4560-BCE7-9C5DFE3A732F}" srcId="{5E477A05-5D97-4C64-B231-C9034A2585FE}" destId="{AB44A3D2-94A7-4CC3-A26D-E5A23841AF22}" srcOrd="0" destOrd="0" parTransId="{ED6E5F92-4BA7-42DC-9F0F-E6BC54D97D98}" sibTransId="{F259E0F5-55BA-4DD0-8557-DA1BCDA52BA0}"/>
    <dgm:cxn modelId="{C857A751-5DC5-4F8C-B0B8-4360CA1A11A2}" type="presOf" srcId="{AB44A3D2-94A7-4CC3-A26D-E5A23841AF22}" destId="{38DFBC13-6B2B-4323-8BCB-B56AD5C0E253}" srcOrd="0" destOrd="0" presId="urn:microsoft.com/office/officeart/2005/8/layout/radial3"/>
    <dgm:cxn modelId="{13944FAF-1B0B-4564-B020-56084C84F6A3}" type="presOf" srcId="{36A9CC08-76DF-4983-8675-A6CB2351D1C0}" destId="{AD77FFF3-EA91-40B3-88EA-8F75D6BF2CF1}" srcOrd="0" destOrd="0" presId="urn:microsoft.com/office/officeart/2005/8/layout/radial3"/>
    <dgm:cxn modelId="{2F62DF16-DC42-4DBB-9CED-DA0A1E9226EB}" type="presParOf" srcId="{A23A01C2-3E43-4179-9A64-057115C3A36F}" destId="{E6B6503B-020F-43B1-8DCC-66A463E1BC1B}" srcOrd="0" destOrd="0" presId="urn:microsoft.com/office/officeart/2005/8/layout/radial3"/>
    <dgm:cxn modelId="{9A5DCACF-7906-4419-BFE3-9C7DFBDD0FF9}" type="presParOf" srcId="{E6B6503B-020F-43B1-8DCC-66A463E1BC1B}" destId="{38DFBC13-6B2B-4323-8BCB-B56AD5C0E253}" srcOrd="0" destOrd="0" presId="urn:microsoft.com/office/officeart/2005/8/layout/radial3"/>
    <dgm:cxn modelId="{64649C95-FB44-47BD-9EBC-8178043CD629}" type="presParOf" srcId="{E6B6503B-020F-43B1-8DCC-66A463E1BC1B}" destId="{AD77FFF3-EA91-40B3-88EA-8F75D6BF2CF1}" srcOrd="1" destOrd="0" presId="urn:microsoft.com/office/officeart/2005/8/layout/radial3"/>
    <dgm:cxn modelId="{21DC0716-A70F-4447-ADB9-6A9FAC5D49B0}" type="presParOf" srcId="{E6B6503B-020F-43B1-8DCC-66A463E1BC1B}" destId="{92DE4EDF-CA62-4543-8387-4E9690E86260}" srcOrd="2" destOrd="0" presId="urn:microsoft.com/office/officeart/2005/8/layout/radial3"/>
    <dgm:cxn modelId="{1F87FB86-4662-4D7F-BEA5-0AE962383202}" type="presParOf" srcId="{E6B6503B-020F-43B1-8DCC-66A463E1BC1B}" destId="{08171BA0-165F-4A3F-9605-795AF4B16D26}" srcOrd="3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9B67046-B667-4485-8C2E-A32F8B2A1F2B}" type="doc">
      <dgm:prSet loTypeId="urn:microsoft.com/office/officeart/2005/8/layout/target1" loCatId="relationship" qsTypeId="urn:microsoft.com/office/officeart/2005/8/quickstyle/simple1" qsCatId="simple" csTypeId="urn:microsoft.com/office/officeart/2005/8/colors/colorful1" csCatId="colorful" phldr="1"/>
      <dgm:spPr/>
    </dgm:pt>
    <dgm:pt modelId="{5125D661-0F8D-4C09-A49D-1766B28A5BBA}">
      <dgm:prSet phldrT="[Text]" custT="1"/>
      <dgm:spPr/>
      <dgm:t>
        <a:bodyPr/>
        <a:lstStyle/>
        <a:p>
          <a:r>
            <a:rPr lang="cs-CZ" sz="2800" dirty="0">
              <a:solidFill>
                <a:schemeClr val="bg1"/>
              </a:solidFill>
            </a:rPr>
            <a:t>???</a:t>
          </a:r>
        </a:p>
      </dgm:t>
    </dgm:pt>
    <dgm:pt modelId="{9C31A173-BB19-4B8A-B35B-E4980E8F6AE4}" type="parTrans" cxnId="{253B3734-4800-4D58-80D9-5B87DD2C5069}">
      <dgm:prSet/>
      <dgm:spPr/>
      <dgm:t>
        <a:bodyPr/>
        <a:lstStyle/>
        <a:p>
          <a:endParaRPr lang="cs-CZ"/>
        </a:p>
      </dgm:t>
    </dgm:pt>
    <dgm:pt modelId="{EF79093A-046A-438B-9D7A-274099651A3E}" type="sibTrans" cxnId="{253B3734-4800-4D58-80D9-5B87DD2C5069}">
      <dgm:prSet/>
      <dgm:spPr/>
      <dgm:t>
        <a:bodyPr/>
        <a:lstStyle/>
        <a:p>
          <a:endParaRPr lang="cs-CZ"/>
        </a:p>
      </dgm:t>
    </dgm:pt>
    <dgm:pt modelId="{E4F8172C-3B62-4AD5-9FDE-C30E4A5A8A18}">
      <dgm:prSet phldrT="[Text]" custT="1"/>
      <dgm:spPr/>
      <dgm:t>
        <a:bodyPr/>
        <a:lstStyle/>
        <a:p>
          <a:r>
            <a:rPr lang="cs-CZ" sz="2800" dirty="0">
              <a:solidFill>
                <a:schemeClr val="bg1"/>
              </a:solidFill>
            </a:rPr>
            <a:t>???</a:t>
          </a:r>
        </a:p>
      </dgm:t>
    </dgm:pt>
    <dgm:pt modelId="{76D52BBF-0FFE-4870-9E9C-11395D7451E8}" type="parTrans" cxnId="{12EF364A-DCEC-4816-982D-C0A2A6ECE303}">
      <dgm:prSet/>
      <dgm:spPr/>
      <dgm:t>
        <a:bodyPr/>
        <a:lstStyle/>
        <a:p>
          <a:endParaRPr lang="cs-CZ"/>
        </a:p>
      </dgm:t>
    </dgm:pt>
    <dgm:pt modelId="{B1AB1EC4-0F1C-4C78-B20F-B2AC51B1DAC8}" type="sibTrans" cxnId="{12EF364A-DCEC-4816-982D-C0A2A6ECE303}">
      <dgm:prSet/>
      <dgm:spPr/>
      <dgm:t>
        <a:bodyPr/>
        <a:lstStyle/>
        <a:p>
          <a:endParaRPr lang="cs-CZ"/>
        </a:p>
      </dgm:t>
    </dgm:pt>
    <dgm:pt modelId="{8A285188-9FAF-4403-B2E9-EED167D64F4A}">
      <dgm:prSet phldrT="[Text]" custT="1"/>
      <dgm:spPr/>
      <dgm:t>
        <a:bodyPr/>
        <a:lstStyle/>
        <a:p>
          <a:r>
            <a:rPr lang="cs-CZ" sz="2800" dirty="0">
              <a:solidFill>
                <a:schemeClr val="bg1"/>
              </a:solidFill>
            </a:rPr>
            <a:t>???</a:t>
          </a:r>
        </a:p>
      </dgm:t>
    </dgm:pt>
    <dgm:pt modelId="{A59F37B1-ECEB-4C0E-9266-1A62A07A6CAD}" type="parTrans" cxnId="{A5E98D43-615D-4B6D-9FC1-3468CEA8DA34}">
      <dgm:prSet/>
      <dgm:spPr/>
      <dgm:t>
        <a:bodyPr/>
        <a:lstStyle/>
        <a:p>
          <a:endParaRPr lang="cs-CZ"/>
        </a:p>
      </dgm:t>
    </dgm:pt>
    <dgm:pt modelId="{F076D0A3-D02B-4C34-8640-71958D85F509}" type="sibTrans" cxnId="{A5E98D43-615D-4B6D-9FC1-3468CEA8DA34}">
      <dgm:prSet/>
      <dgm:spPr/>
      <dgm:t>
        <a:bodyPr/>
        <a:lstStyle/>
        <a:p>
          <a:endParaRPr lang="cs-CZ"/>
        </a:p>
      </dgm:t>
    </dgm:pt>
    <dgm:pt modelId="{F9614BC5-9690-407D-A5D0-3010E663C29B}" type="pres">
      <dgm:prSet presAssocID="{19B67046-B667-4485-8C2E-A32F8B2A1F2B}" presName="composite" presStyleCnt="0">
        <dgm:presLayoutVars>
          <dgm:chMax val="5"/>
          <dgm:dir/>
          <dgm:resizeHandles val="exact"/>
        </dgm:presLayoutVars>
      </dgm:prSet>
      <dgm:spPr/>
    </dgm:pt>
    <dgm:pt modelId="{97A7139B-4370-42D7-AEA5-1593DD0D2F78}" type="pres">
      <dgm:prSet presAssocID="{5125D661-0F8D-4C09-A49D-1766B28A5BBA}" presName="circle1" presStyleLbl="lnNode1" presStyleIdx="0" presStyleCnt="3"/>
      <dgm:spPr/>
    </dgm:pt>
    <dgm:pt modelId="{D927C325-2908-4D81-8C79-09DD1FCE404F}" type="pres">
      <dgm:prSet presAssocID="{5125D661-0F8D-4C09-A49D-1766B28A5BBA}" presName="text1" presStyleLbl="revTx" presStyleIdx="0" presStyleCnt="3">
        <dgm:presLayoutVars>
          <dgm:bulletEnabled val="1"/>
        </dgm:presLayoutVars>
      </dgm:prSet>
      <dgm:spPr/>
    </dgm:pt>
    <dgm:pt modelId="{C69427C8-5132-4FC1-B3E0-E131EF8A026C}" type="pres">
      <dgm:prSet presAssocID="{5125D661-0F8D-4C09-A49D-1766B28A5BBA}" presName="line1" presStyleLbl="callout" presStyleIdx="0" presStyleCnt="6"/>
      <dgm:spPr/>
    </dgm:pt>
    <dgm:pt modelId="{F447B5DC-048E-4435-B468-11210D51D4F4}" type="pres">
      <dgm:prSet presAssocID="{5125D661-0F8D-4C09-A49D-1766B28A5BBA}" presName="d1" presStyleLbl="callout" presStyleIdx="1" presStyleCnt="6"/>
      <dgm:spPr/>
    </dgm:pt>
    <dgm:pt modelId="{E25647F0-C83E-4942-8F3E-9410B702C4FB}" type="pres">
      <dgm:prSet presAssocID="{E4F8172C-3B62-4AD5-9FDE-C30E4A5A8A18}" presName="circle2" presStyleLbl="lnNode1" presStyleIdx="1" presStyleCnt="3"/>
      <dgm:spPr/>
    </dgm:pt>
    <dgm:pt modelId="{82A312D4-82B5-4AB2-A580-BDECA3AC24ED}" type="pres">
      <dgm:prSet presAssocID="{E4F8172C-3B62-4AD5-9FDE-C30E4A5A8A18}" presName="text2" presStyleLbl="revTx" presStyleIdx="1" presStyleCnt="3">
        <dgm:presLayoutVars>
          <dgm:bulletEnabled val="1"/>
        </dgm:presLayoutVars>
      </dgm:prSet>
      <dgm:spPr/>
    </dgm:pt>
    <dgm:pt modelId="{E06CB550-33CD-4B1B-8CD4-DE3F8A23EF27}" type="pres">
      <dgm:prSet presAssocID="{E4F8172C-3B62-4AD5-9FDE-C30E4A5A8A18}" presName="line2" presStyleLbl="callout" presStyleIdx="2" presStyleCnt="6"/>
      <dgm:spPr/>
    </dgm:pt>
    <dgm:pt modelId="{F8BE7F5E-E314-4679-AEA6-CC2A95F67110}" type="pres">
      <dgm:prSet presAssocID="{E4F8172C-3B62-4AD5-9FDE-C30E4A5A8A18}" presName="d2" presStyleLbl="callout" presStyleIdx="3" presStyleCnt="6"/>
      <dgm:spPr/>
    </dgm:pt>
    <dgm:pt modelId="{6F0B1EFA-534D-4B95-BEEB-564776CD0D0D}" type="pres">
      <dgm:prSet presAssocID="{8A285188-9FAF-4403-B2E9-EED167D64F4A}" presName="circle3" presStyleLbl="lnNode1" presStyleIdx="2" presStyleCnt="3"/>
      <dgm:spPr/>
    </dgm:pt>
    <dgm:pt modelId="{A0116168-D0C6-4C67-9642-89DCAEBFF0F6}" type="pres">
      <dgm:prSet presAssocID="{8A285188-9FAF-4403-B2E9-EED167D64F4A}" presName="text3" presStyleLbl="revTx" presStyleIdx="2" presStyleCnt="3">
        <dgm:presLayoutVars>
          <dgm:bulletEnabled val="1"/>
        </dgm:presLayoutVars>
      </dgm:prSet>
      <dgm:spPr/>
    </dgm:pt>
    <dgm:pt modelId="{26CC2EC2-7A35-464D-8A1D-6F3FF059130E}" type="pres">
      <dgm:prSet presAssocID="{8A285188-9FAF-4403-B2E9-EED167D64F4A}" presName="line3" presStyleLbl="callout" presStyleIdx="4" presStyleCnt="6"/>
      <dgm:spPr/>
    </dgm:pt>
    <dgm:pt modelId="{8935BF6E-F7D8-4A05-BBC1-C6979F033C52}" type="pres">
      <dgm:prSet presAssocID="{8A285188-9FAF-4403-B2E9-EED167D64F4A}" presName="d3" presStyleLbl="callout" presStyleIdx="5" presStyleCnt="6"/>
      <dgm:spPr/>
    </dgm:pt>
  </dgm:ptLst>
  <dgm:cxnLst>
    <dgm:cxn modelId="{253B3734-4800-4D58-80D9-5B87DD2C5069}" srcId="{19B67046-B667-4485-8C2E-A32F8B2A1F2B}" destId="{5125D661-0F8D-4C09-A49D-1766B28A5BBA}" srcOrd="0" destOrd="0" parTransId="{9C31A173-BB19-4B8A-B35B-E4980E8F6AE4}" sibTransId="{EF79093A-046A-438B-9D7A-274099651A3E}"/>
    <dgm:cxn modelId="{A5E98D43-615D-4B6D-9FC1-3468CEA8DA34}" srcId="{19B67046-B667-4485-8C2E-A32F8B2A1F2B}" destId="{8A285188-9FAF-4403-B2E9-EED167D64F4A}" srcOrd="2" destOrd="0" parTransId="{A59F37B1-ECEB-4C0E-9266-1A62A07A6CAD}" sibTransId="{F076D0A3-D02B-4C34-8640-71958D85F509}"/>
    <dgm:cxn modelId="{12EF364A-DCEC-4816-982D-C0A2A6ECE303}" srcId="{19B67046-B667-4485-8C2E-A32F8B2A1F2B}" destId="{E4F8172C-3B62-4AD5-9FDE-C30E4A5A8A18}" srcOrd="1" destOrd="0" parTransId="{76D52BBF-0FFE-4870-9E9C-11395D7451E8}" sibTransId="{B1AB1EC4-0F1C-4C78-B20F-B2AC51B1DAC8}"/>
    <dgm:cxn modelId="{8170A476-D7D7-4FA6-B8B8-8512C79ABBD9}" type="presOf" srcId="{19B67046-B667-4485-8C2E-A32F8B2A1F2B}" destId="{F9614BC5-9690-407D-A5D0-3010E663C29B}" srcOrd="0" destOrd="0" presId="urn:microsoft.com/office/officeart/2005/8/layout/target1"/>
    <dgm:cxn modelId="{7CBA9ACB-66C9-4A83-940D-B9EC55CDBB16}" type="presOf" srcId="{E4F8172C-3B62-4AD5-9FDE-C30E4A5A8A18}" destId="{82A312D4-82B5-4AB2-A580-BDECA3AC24ED}" srcOrd="0" destOrd="0" presId="urn:microsoft.com/office/officeart/2005/8/layout/target1"/>
    <dgm:cxn modelId="{45CD8FE7-2142-4248-8849-21215A1D9069}" type="presOf" srcId="{8A285188-9FAF-4403-B2E9-EED167D64F4A}" destId="{A0116168-D0C6-4C67-9642-89DCAEBFF0F6}" srcOrd="0" destOrd="0" presId="urn:microsoft.com/office/officeart/2005/8/layout/target1"/>
    <dgm:cxn modelId="{4F9A9CEE-A96B-4DC1-BD97-925EC8DA14D9}" type="presOf" srcId="{5125D661-0F8D-4C09-A49D-1766B28A5BBA}" destId="{D927C325-2908-4D81-8C79-09DD1FCE404F}" srcOrd="0" destOrd="0" presId="urn:microsoft.com/office/officeart/2005/8/layout/target1"/>
    <dgm:cxn modelId="{1FE45DCE-6D37-4DF5-8757-EE757C48B2AF}" type="presParOf" srcId="{F9614BC5-9690-407D-A5D0-3010E663C29B}" destId="{97A7139B-4370-42D7-AEA5-1593DD0D2F78}" srcOrd="0" destOrd="0" presId="urn:microsoft.com/office/officeart/2005/8/layout/target1"/>
    <dgm:cxn modelId="{AD2B0BF4-DB6A-4B87-A041-B56818FA7AB6}" type="presParOf" srcId="{F9614BC5-9690-407D-A5D0-3010E663C29B}" destId="{D927C325-2908-4D81-8C79-09DD1FCE404F}" srcOrd="1" destOrd="0" presId="urn:microsoft.com/office/officeart/2005/8/layout/target1"/>
    <dgm:cxn modelId="{BBA09E42-C2CF-48C3-9C12-1DCA50ABFAE3}" type="presParOf" srcId="{F9614BC5-9690-407D-A5D0-3010E663C29B}" destId="{C69427C8-5132-4FC1-B3E0-E131EF8A026C}" srcOrd="2" destOrd="0" presId="urn:microsoft.com/office/officeart/2005/8/layout/target1"/>
    <dgm:cxn modelId="{32886794-A4EC-4D1B-AC99-7A0E10CEF38C}" type="presParOf" srcId="{F9614BC5-9690-407D-A5D0-3010E663C29B}" destId="{F447B5DC-048E-4435-B468-11210D51D4F4}" srcOrd="3" destOrd="0" presId="urn:microsoft.com/office/officeart/2005/8/layout/target1"/>
    <dgm:cxn modelId="{19F65A63-51B0-4DD3-96A7-B6486F411E25}" type="presParOf" srcId="{F9614BC5-9690-407D-A5D0-3010E663C29B}" destId="{E25647F0-C83E-4942-8F3E-9410B702C4FB}" srcOrd="4" destOrd="0" presId="urn:microsoft.com/office/officeart/2005/8/layout/target1"/>
    <dgm:cxn modelId="{05AF53EF-72AA-4435-9A45-5D084A4D6CB1}" type="presParOf" srcId="{F9614BC5-9690-407D-A5D0-3010E663C29B}" destId="{82A312D4-82B5-4AB2-A580-BDECA3AC24ED}" srcOrd="5" destOrd="0" presId="urn:microsoft.com/office/officeart/2005/8/layout/target1"/>
    <dgm:cxn modelId="{6C056AF1-CD8F-433C-B091-DBAE4B419B52}" type="presParOf" srcId="{F9614BC5-9690-407D-A5D0-3010E663C29B}" destId="{E06CB550-33CD-4B1B-8CD4-DE3F8A23EF27}" srcOrd="6" destOrd="0" presId="urn:microsoft.com/office/officeart/2005/8/layout/target1"/>
    <dgm:cxn modelId="{F9270351-9D6F-4528-B52B-8F6450B96102}" type="presParOf" srcId="{F9614BC5-9690-407D-A5D0-3010E663C29B}" destId="{F8BE7F5E-E314-4679-AEA6-CC2A95F67110}" srcOrd="7" destOrd="0" presId="urn:microsoft.com/office/officeart/2005/8/layout/target1"/>
    <dgm:cxn modelId="{FA635517-B815-458F-BE6D-D7C269542A72}" type="presParOf" srcId="{F9614BC5-9690-407D-A5D0-3010E663C29B}" destId="{6F0B1EFA-534D-4B95-BEEB-564776CD0D0D}" srcOrd="8" destOrd="0" presId="urn:microsoft.com/office/officeart/2005/8/layout/target1"/>
    <dgm:cxn modelId="{2F64B472-263B-47AA-9791-A2DCF815C853}" type="presParOf" srcId="{F9614BC5-9690-407D-A5D0-3010E663C29B}" destId="{A0116168-D0C6-4C67-9642-89DCAEBFF0F6}" srcOrd="9" destOrd="0" presId="urn:microsoft.com/office/officeart/2005/8/layout/target1"/>
    <dgm:cxn modelId="{FD55BC1B-5608-4DE4-B53F-9684C1FCAE73}" type="presParOf" srcId="{F9614BC5-9690-407D-A5D0-3010E663C29B}" destId="{26CC2EC2-7A35-464D-8A1D-6F3FF059130E}" srcOrd="10" destOrd="0" presId="urn:microsoft.com/office/officeart/2005/8/layout/target1"/>
    <dgm:cxn modelId="{78CDA8DB-5982-4FB4-93A3-548A86CAF93F}" type="presParOf" srcId="{F9614BC5-9690-407D-A5D0-3010E663C29B}" destId="{8935BF6E-F7D8-4A05-BBC1-C6979F033C52}" srcOrd="11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7FEFDE-E285-4F07-B7F0-6BF3AD3228F5}">
      <dsp:nvSpPr>
        <dsp:cNvPr id="0" name=""/>
        <dsp:cNvSpPr/>
      </dsp:nvSpPr>
      <dsp:spPr>
        <a:xfrm>
          <a:off x="0" y="897673"/>
          <a:ext cx="2147011" cy="214701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1A6F31-1E49-47E8-A11E-1F1CCB24B32E}">
      <dsp:nvSpPr>
        <dsp:cNvPr id="0" name=""/>
        <dsp:cNvSpPr/>
      </dsp:nvSpPr>
      <dsp:spPr>
        <a:xfrm>
          <a:off x="429402" y="1327075"/>
          <a:ext cx="1288206" cy="128820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AFE0EA-7E47-443B-9D1E-0F31E57D07C7}">
      <dsp:nvSpPr>
        <dsp:cNvPr id="0" name=""/>
        <dsp:cNvSpPr/>
      </dsp:nvSpPr>
      <dsp:spPr>
        <a:xfrm>
          <a:off x="858804" y="1756478"/>
          <a:ext cx="429402" cy="42940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D597D1-1191-48AA-AFA4-CB769E4F7E25}">
      <dsp:nvSpPr>
        <dsp:cNvPr id="0" name=""/>
        <dsp:cNvSpPr/>
      </dsp:nvSpPr>
      <dsp:spPr>
        <a:xfrm>
          <a:off x="2504846" y="182003"/>
          <a:ext cx="1073505" cy="626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21590" bIns="2159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 dirty="0">
              <a:solidFill>
                <a:schemeClr val="bg1"/>
              </a:solidFill>
            </a:rPr>
            <a:t>Důkaz???</a:t>
          </a:r>
        </a:p>
      </dsp:txBody>
      <dsp:txXfrm>
        <a:off x="2504846" y="182003"/>
        <a:ext cx="1073505" cy="626211"/>
      </dsp:txXfrm>
    </dsp:sp>
    <dsp:sp modelId="{DE53DE81-D2C4-4CA4-A0FE-8DDA2DBFAE09}">
      <dsp:nvSpPr>
        <dsp:cNvPr id="0" name=""/>
        <dsp:cNvSpPr/>
      </dsp:nvSpPr>
      <dsp:spPr>
        <a:xfrm>
          <a:off x="2236470" y="495108"/>
          <a:ext cx="2683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A8692B-C2EF-43AD-AF09-95773C4B61DF}">
      <dsp:nvSpPr>
        <dsp:cNvPr id="0" name=""/>
        <dsp:cNvSpPr/>
      </dsp:nvSpPr>
      <dsp:spPr>
        <a:xfrm rot="5400000">
          <a:off x="916594" y="652377"/>
          <a:ext cx="1475712" cy="116189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0883DF-0395-4E69-8252-F053CC45EAF5}">
      <dsp:nvSpPr>
        <dsp:cNvPr id="0" name=""/>
        <dsp:cNvSpPr/>
      </dsp:nvSpPr>
      <dsp:spPr>
        <a:xfrm>
          <a:off x="2504846" y="808214"/>
          <a:ext cx="1073505" cy="626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21590" bIns="2159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 dirty="0">
              <a:solidFill>
                <a:schemeClr val="bg1"/>
              </a:solidFill>
            </a:rPr>
            <a:t>Informace</a:t>
          </a:r>
        </a:p>
      </dsp:txBody>
      <dsp:txXfrm>
        <a:off x="2504846" y="808214"/>
        <a:ext cx="1073505" cy="626211"/>
      </dsp:txXfrm>
    </dsp:sp>
    <dsp:sp modelId="{62948F6B-7812-4559-AD6D-04ED71CC47A3}">
      <dsp:nvSpPr>
        <dsp:cNvPr id="0" name=""/>
        <dsp:cNvSpPr/>
      </dsp:nvSpPr>
      <dsp:spPr>
        <a:xfrm>
          <a:off x="2236470" y="1121320"/>
          <a:ext cx="2683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0D583C-F4FA-412C-8974-31BB31704265}">
      <dsp:nvSpPr>
        <dsp:cNvPr id="0" name=""/>
        <dsp:cNvSpPr/>
      </dsp:nvSpPr>
      <dsp:spPr>
        <a:xfrm rot="5400000">
          <a:off x="1233350" y="1268820"/>
          <a:ext cx="1149939" cy="854152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0229BF-4ED4-4C8C-B153-5BA1655AFDD8}">
      <dsp:nvSpPr>
        <dsp:cNvPr id="0" name=""/>
        <dsp:cNvSpPr/>
      </dsp:nvSpPr>
      <dsp:spPr>
        <a:xfrm>
          <a:off x="2504846" y="1434426"/>
          <a:ext cx="1073505" cy="626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21590" bIns="2159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700" kern="1200" dirty="0">
              <a:solidFill>
                <a:schemeClr val="bg1"/>
              </a:solidFill>
            </a:rPr>
            <a:t>Data</a:t>
          </a:r>
        </a:p>
      </dsp:txBody>
      <dsp:txXfrm>
        <a:off x="2504846" y="1434426"/>
        <a:ext cx="1073505" cy="626211"/>
      </dsp:txXfrm>
    </dsp:sp>
    <dsp:sp modelId="{799A1FBB-B36E-4113-862D-E2B9772244D0}">
      <dsp:nvSpPr>
        <dsp:cNvPr id="0" name=""/>
        <dsp:cNvSpPr/>
      </dsp:nvSpPr>
      <dsp:spPr>
        <a:xfrm>
          <a:off x="2236470" y="1747532"/>
          <a:ext cx="2683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E7B8D4-63CC-4D44-9DCA-D3B223F429F7}">
      <dsp:nvSpPr>
        <dsp:cNvPr id="0" name=""/>
        <dsp:cNvSpPr/>
      </dsp:nvSpPr>
      <dsp:spPr>
        <a:xfrm rot="5400000">
          <a:off x="1550499" y="1884761"/>
          <a:ext cx="821589" cy="546414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DFBC13-6B2B-4323-8BCB-B56AD5C0E253}">
      <dsp:nvSpPr>
        <dsp:cNvPr id="0" name=""/>
        <dsp:cNvSpPr/>
      </dsp:nvSpPr>
      <dsp:spPr>
        <a:xfrm>
          <a:off x="897523" y="849602"/>
          <a:ext cx="2116553" cy="2116553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 dirty="0">
              <a:solidFill>
                <a:schemeClr val="bg1"/>
              </a:solidFill>
            </a:rPr>
            <a:t>Kyberprostor</a:t>
          </a:r>
        </a:p>
      </dsp:txBody>
      <dsp:txXfrm>
        <a:off x="1207485" y="1159564"/>
        <a:ext cx="1496629" cy="1496629"/>
      </dsp:txXfrm>
    </dsp:sp>
    <dsp:sp modelId="{AD77FFF3-EA91-40B3-88EA-8F75D6BF2CF1}">
      <dsp:nvSpPr>
        <dsp:cNvPr id="0" name=""/>
        <dsp:cNvSpPr/>
      </dsp:nvSpPr>
      <dsp:spPr>
        <a:xfrm>
          <a:off x="1426661" y="377"/>
          <a:ext cx="1058276" cy="1058276"/>
        </a:xfrm>
        <a:prstGeom prst="ellipse">
          <a:avLst/>
        </a:prstGeom>
        <a:solidFill>
          <a:schemeClr val="accent2">
            <a:alpha val="50000"/>
            <a:hueOff val="-152927"/>
            <a:satOff val="8134"/>
            <a:lumOff val="2353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200" kern="1200" dirty="0">
              <a:solidFill>
                <a:schemeClr val="bg1"/>
              </a:solidFill>
            </a:rPr>
            <a:t>data/cloud</a:t>
          </a:r>
        </a:p>
      </dsp:txBody>
      <dsp:txXfrm>
        <a:off x="1581642" y="155358"/>
        <a:ext cx="748314" cy="748314"/>
      </dsp:txXfrm>
    </dsp:sp>
    <dsp:sp modelId="{7EF5B193-FAEE-4792-812A-D42C1D6B221B}">
      <dsp:nvSpPr>
        <dsp:cNvPr id="0" name=""/>
        <dsp:cNvSpPr/>
      </dsp:nvSpPr>
      <dsp:spPr>
        <a:xfrm>
          <a:off x="2805024" y="1378740"/>
          <a:ext cx="1058276" cy="1058276"/>
        </a:xfrm>
        <a:prstGeom prst="ellipse">
          <a:avLst/>
        </a:prstGeom>
        <a:solidFill>
          <a:schemeClr val="accent2">
            <a:alpha val="50000"/>
            <a:hueOff val="-305854"/>
            <a:satOff val="16268"/>
            <a:lumOff val="4705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200" kern="1200" dirty="0">
              <a:solidFill>
                <a:schemeClr val="bg1"/>
              </a:solidFill>
            </a:rPr>
            <a:t>připojená zařízení</a:t>
          </a:r>
        </a:p>
      </dsp:txBody>
      <dsp:txXfrm>
        <a:off x="2960005" y="1533721"/>
        <a:ext cx="748314" cy="748314"/>
      </dsp:txXfrm>
    </dsp:sp>
    <dsp:sp modelId="{EDF21BF3-17C4-407D-94EA-C5A2BDEEC4D8}">
      <dsp:nvSpPr>
        <dsp:cNvPr id="0" name=""/>
        <dsp:cNvSpPr/>
      </dsp:nvSpPr>
      <dsp:spPr>
        <a:xfrm>
          <a:off x="1426661" y="2757103"/>
          <a:ext cx="1058276" cy="1058276"/>
        </a:xfrm>
        <a:prstGeom prst="ellipse">
          <a:avLst/>
        </a:prstGeom>
        <a:solidFill>
          <a:schemeClr val="accent2">
            <a:alpha val="50000"/>
            <a:hueOff val="-458782"/>
            <a:satOff val="24401"/>
            <a:lumOff val="7058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200" kern="1200" dirty="0">
              <a:solidFill>
                <a:schemeClr val="bg1"/>
              </a:solidFill>
            </a:rPr>
            <a:t>sítě a hardware</a:t>
          </a:r>
        </a:p>
      </dsp:txBody>
      <dsp:txXfrm>
        <a:off x="1581642" y="2912084"/>
        <a:ext cx="748314" cy="748314"/>
      </dsp:txXfrm>
    </dsp:sp>
    <dsp:sp modelId="{DDE3C679-EEF6-4DC7-A262-ADAE8F0AEC02}">
      <dsp:nvSpPr>
        <dsp:cNvPr id="0" name=""/>
        <dsp:cNvSpPr/>
      </dsp:nvSpPr>
      <dsp:spPr>
        <a:xfrm>
          <a:off x="48298" y="1378740"/>
          <a:ext cx="1058276" cy="1058276"/>
        </a:xfrm>
        <a:prstGeom prst="ellipse">
          <a:avLst/>
        </a:prstGeom>
        <a:solidFill>
          <a:schemeClr val="accent2">
            <a:alpha val="50000"/>
            <a:hueOff val="-611709"/>
            <a:satOff val="32535"/>
            <a:lumOff val="9411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200" kern="1200" dirty="0">
              <a:solidFill>
                <a:schemeClr val="bg1"/>
              </a:solidFill>
            </a:rPr>
            <a:t>webové dokumenty a aplikace</a:t>
          </a:r>
        </a:p>
      </dsp:txBody>
      <dsp:txXfrm>
        <a:off x="203279" y="1533721"/>
        <a:ext cx="748314" cy="7483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DFBC13-6B2B-4323-8BCB-B56AD5C0E253}">
      <dsp:nvSpPr>
        <dsp:cNvPr id="0" name=""/>
        <dsp:cNvSpPr/>
      </dsp:nvSpPr>
      <dsp:spPr>
        <a:xfrm>
          <a:off x="1991093" y="1409370"/>
          <a:ext cx="2901992" cy="2901992"/>
        </a:xfrm>
        <a:prstGeom prst="ellipse">
          <a:avLst/>
        </a:prstGeom>
        <a:gradFill rotWithShape="0">
          <a:gsLst>
            <a:gs pos="0">
              <a:schemeClr val="accent2">
                <a:alpha val="50000"/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alpha val="50000"/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/>
            <a:t>Kyberprostor</a:t>
          </a:r>
          <a:endParaRPr lang="cs-CZ" sz="2800" kern="1200" dirty="0"/>
        </a:p>
      </dsp:txBody>
      <dsp:txXfrm>
        <a:off x="2416080" y="1834357"/>
        <a:ext cx="2052018" cy="2052018"/>
      </dsp:txXfrm>
    </dsp:sp>
    <dsp:sp modelId="{AD77FFF3-EA91-40B3-88EA-8F75D6BF2CF1}">
      <dsp:nvSpPr>
        <dsp:cNvPr id="0" name=""/>
        <dsp:cNvSpPr/>
      </dsp:nvSpPr>
      <dsp:spPr>
        <a:xfrm>
          <a:off x="2716591" y="220683"/>
          <a:ext cx="1450996" cy="1450996"/>
        </a:xfrm>
        <a:prstGeom prst="ellipse">
          <a:avLst/>
        </a:prstGeom>
        <a:gradFill rotWithShape="0">
          <a:gsLst>
            <a:gs pos="0">
              <a:schemeClr val="accent2">
                <a:alpha val="50000"/>
                <a:hueOff val="-203903"/>
                <a:satOff val="10845"/>
                <a:lumOff val="3137"/>
                <a:alphaOff val="0"/>
                <a:tint val="98000"/>
                <a:lumMod val="110000"/>
              </a:schemeClr>
            </a:gs>
            <a:gs pos="84000">
              <a:schemeClr val="accent2">
                <a:alpha val="50000"/>
                <a:hueOff val="-203903"/>
                <a:satOff val="10845"/>
                <a:lumOff val="3137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/>
            <a:t>fyzická vrstva</a:t>
          </a:r>
          <a:endParaRPr lang="cs-CZ" sz="2500" kern="1200" dirty="0"/>
        </a:p>
      </dsp:txBody>
      <dsp:txXfrm>
        <a:off x="2929084" y="433176"/>
        <a:ext cx="1026010" cy="1026010"/>
      </dsp:txXfrm>
    </dsp:sp>
    <dsp:sp modelId="{92DE4EDF-CA62-4543-8387-4E9690E86260}">
      <dsp:nvSpPr>
        <dsp:cNvPr id="0" name=""/>
        <dsp:cNvSpPr/>
      </dsp:nvSpPr>
      <dsp:spPr>
        <a:xfrm>
          <a:off x="4351662" y="3052708"/>
          <a:ext cx="1450996" cy="1450996"/>
        </a:xfrm>
        <a:prstGeom prst="ellipse">
          <a:avLst/>
        </a:prstGeom>
        <a:gradFill rotWithShape="0">
          <a:gsLst>
            <a:gs pos="0">
              <a:schemeClr val="accent2">
                <a:alpha val="50000"/>
                <a:hueOff val="-407806"/>
                <a:satOff val="21690"/>
                <a:lumOff val="6274"/>
                <a:alphaOff val="0"/>
                <a:tint val="98000"/>
                <a:lumMod val="110000"/>
              </a:schemeClr>
            </a:gs>
            <a:gs pos="84000">
              <a:schemeClr val="accent2">
                <a:alpha val="50000"/>
                <a:hueOff val="-407806"/>
                <a:satOff val="21690"/>
                <a:lumOff val="6274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 dirty="0"/>
            <a:t>logická vrstva</a:t>
          </a:r>
        </a:p>
      </dsp:txBody>
      <dsp:txXfrm>
        <a:off x="4564155" y="3265201"/>
        <a:ext cx="1026010" cy="1026010"/>
      </dsp:txXfrm>
    </dsp:sp>
    <dsp:sp modelId="{08171BA0-165F-4A3F-9605-795AF4B16D26}">
      <dsp:nvSpPr>
        <dsp:cNvPr id="0" name=""/>
        <dsp:cNvSpPr/>
      </dsp:nvSpPr>
      <dsp:spPr>
        <a:xfrm>
          <a:off x="1081520" y="3052708"/>
          <a:ext cx="1450996" cy="1450996"/>
        </a:xfrm>
        <a:prstGeom prst="ellipse">
          <a:avLst/>
        </a:prstGeom>
        <a:gradFill rotWithShape="0">
          <a:gsLst>
            <a:gs pos="0">
              <a:schemeClr val="accent2">
                <a:alpha val="50000"/>
                <a:hueOff val="-611709"/>
                <a:satOff val="32535"/>
                <a:lumOff val="9411"/>
                <a:alphaOff val="0"/>
                <a:tint val="98000"/>
                <a:lumMod val="110000"/>
              </a:schemeClr>
            </a:gs>
            <a:gs pos="84000">
              <a:schemeClr val="accent2">
                <a:alpha val="50000"/>
                <a:hueOff val="-611709"/>
                <a:satOff val="32535"/>
                <a:lumOff val="9411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 dirty="0"/>
            <a:t>sociální vrstva</a:t>
          </a:r>
        </a:p>
      </dsp:txBody>
      <dsp:txXfrm>
        <a:off x="1294013" y="3265201"/>
        <a:ext cx="1026010" cy="10260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0B1EFA-534D-4B95-BEEB-564776CD0D0D}">
      <dsp:nvSpPr>
        <dsp:cNvPr id="0" name=""/>
        <dsp:cNvSpPr/>
      </dsp:nvSpPr>
      <dsp:spPr>
        <a:xfrm>
          <a:off x="0" y="897673"/>
          <a:ext cx="2147011" cy="214701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5647F0-C83E-4942-8F3E-9410B702C4FB}">
      <dsp:nvSpPr>
        <dsp:cNvPr id="0" name=""/>
        <dsp:cNvSpPr/>
      </dsp:nvSpPr>
      <dsp:spPr>
        <a:xfrm>
          <a:off x="429402" y="1327075"/>
          <a:ext cx="1288206" cy="128820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A7139B-4370-42D7-AEA5-1593DD0D2F78}">
      <dsp:nvSpPr>
        <dsp:cNvPr id="0" name=""/>
        <dsp:cNvSpPr/>
      </dsp:nvSpPr>
      <dsp:spPr>
        <a:xfrm>
          <a:off x="858804" y="1756478"/>
          <a:ext cx="429402" cy="42940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27C325-2908-4D81-8C79-09DD1FCE404F}">
      <dsp:nvSpPr>
        <dsp:cNvPr id="0" name=""/>
        <dsp:cNvSpPr/>
      </dsp:nvSpPr>
      <dsp:spPr>
        <a:xfrm>
          <a:off x="2504846" y="182003"/>
          <a:ext cx="1073505" cy="626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35560" rIns="35560" bIns="3556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>
              <a:solidFill>
                <a:schemeClr val="bg1"/>
              </a:solidFill>
            </a:rPr>
            <a:t>???</a:t>
          </a:r>
        </a:p>
      </dsp:txBody>
      <dsp:txXfrm>
        <a:off x="2504846" y="182003"/>
        <a:ext cx="1073505" cy="626211"/>
      </dsp:txXfrm>
    </dsp:sp>
    <dsp:sp modelId="{C69427C8-5132-4FC1-B3E0-E131EF8A026C}">
      <dsp:nvSpPr>
        <dsp:cNvPr id="0" name=""/>
        <dsp:cNvSpPr/>
      </dsp:nvSpPr>
      <dsp:spPr>
        <a:xfrm>
          <a:off x="2236470" y="495108"/>
          <a:ext cx="2683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47B5DC-048E-4435-B468-11210D51D4F4}">
      <dsp:nvSpPr>
        <dsp:cNvPr id="0" name=""/>
        <dsp:cNvSpPr/>
      </dsp:nvSpPr>
      <dsp:spPr>
        <a:xfrm rot="5400000">
          <a:off x="916594" y="652377"/>
          <a:ext cx="1475712" cy="116189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A312D4-82B5-4AB2-A580-BDECA3AC24ED}">
      <dsp:nvSpPr>
        <dsp:cNvPr id="0" name=""/>
        <dsp:cNvSpPr/>
      </dsp:nvSpPr>
      <dsp:spPr>
        <a:xfrm>
          <a:off x="2504846" y="808214"/>
          <a:ext cx="1073505" cy="626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35560" rIns="35560" bIns="3556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>
              <a:solidFill>
                <a:schemeClr val="bg1"/>
              </a:solidFill>
            </a:rPr>
            <a:t>???</a:t>
          </a:r>
        </a:p>
      </dsp:txBody>
      <dsp:txXfrm>
        <a:off x="2504846" y="808214"/>
        <a:ext cx="1073505" cy="626211"/>
      </dsp:txXfrm>
    </dsp:sp>
    <dsp:sp modelId="{E06CB550-33CD-4B1B-8CD4-DE3F8A23EF27}">
      <dsp:nvSpPr>
        <dsp:cNvPr id="0" name=""/>
        <dsp:cNvSpPr/>
      </dsp:nvSpPr>
      <dsp:spPr>
        <a:xfrm>
          <a:off x="2236470" y="1121320"/>
          <a:ext cx="2683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BE7F5E-E314-4679-AEA6-CC2A95F67110}">
      <dsp:nvSpPr>
        <dsp:cNvPr id="0" name=""/>
        <dsp:cNvSpPr/>
      </dsp:nvSpPr>
      <dsp:spPr>
        <a:xfrm rot="5400000">
          <a:off x="1233350" y="1268820"/>
          <a:ext cx="1149939" cy="854152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116168-D0C6-4C67-9642-89DCAEBFF0F6}">
      <dsp:nvSpPr>
        <dsp:cNvPr id="0" name=""/>
        <dsp:cNvSpPr/>
      </dsp:nvSpPr>
      <dsp:spPr>
        <a:xfrm>
          <a:off x="2504846" y="1434426"/>
          <a:ext cx="1073505" cy="626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35560" rIns="35560" bIns="3556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dirty="0">
              <a:solidFill>
                <a:schemeClr val="bg1"/>
              </a:solidFill>
            </a:rPr>
            <a:t>???</a:t>
          </a:r>
        </a:p>
      </dsp:txBody>
      <dsp:txXfrm>
        <a:off x="2504846" y="1434426"/>
        <a:ext cx="1073505" cy="626211"/>
      </dsp:txXfrm>
    </dsp:sp>
    <dsp:sp modelId="{26CC2EC2-7A35-464D-8A1D-6F3FF059130E}">
      <dsp:nvSpPr>
        <dsp:cNvPr id="0" name=""/>
        <dsp:cNvSpPr/>
      </dsp:nvSpPr>
      <dsp:spPr>
        <a:xfrm>
          <a:off x="2236470" y="1747532"/>
          <a:ext cx="2683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35BF6E-F7D8-4A05-BBC1-C6979F033C52}">
      <dsp:nvSpPr>
        <dsp:cNvPr id="0" name=""/>
        <dsp:cNvSpPr/>
      </dsp:nvSpPr>
      <dsp:spPr>
        <a:xfrm rot="5400000">
          <a:off x="1550499" y="1884761"/>
          <a:ext cx="821589" cy="546414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13D8C6B1-37E7-4B31-BA4E-EE7C607C85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C9E00DAE-A519-441B-B303-7FB3F51BC2E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D2D0BA-DB5F-4AA6-AD46-9F001552A8A7}" type="datetimeFigureOut">
              <a:rPr lang="cs-CZ" smtClean="0"/>
              <a:t>06.01.2023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5101AD5-4FD4-4E73-ADF3-AC84A0C0EA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99E648-90AC-4DC9-AD16-0D29492C58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9F7D78-1B31-4429-8EBA-B96959E8A3D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81526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 noProof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33A40-CB7C-4082-8730-747021FE674D}" type="datetimeFigureOut">
              <a:rPr lang="cs-CZ" noProof="0" smtClean="0"/>
              <a:t>06.01.2023</a:t>
            </a:fld>
            <a:endParaRPr lang="cs-CZ" noProof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noProof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noProof="0" dirty="0"/>
              <a:t>Upravte styly předlohy textu</a:t>
            </a:r>
          </a:p>
          <a:p>
            <a:pPr lvl="1"/>
            <a:r>
              <a:rPr lang="cs-CZ" noProof="0" dirty="0"/>
              <a:t>Druhá úroveň</a:t>
            </a:r>
          </a:p>
          <a:p>
            <a:pPr lvl="2"/>
            <a:r>
              <a:rPr lang="cs-CZ" noProof="0" dirty="0"/>
              <a:t>Třetí úroveň</a:t>
            </a:r>
          </a:p>
          <a:p>
            <a:pPr lvl="3"/>
            <a:r>
              <a:rPr lang="cs-CZ" noProof="0" dirty="0"/>
              <a:t>Čtvrtá úroveň</a:t>
            </a:r>
          </a:p>
          <a:p>
            <a:pPr lvl="4"/>
            <a:r>
              <a:rPr lang="cs-CZ" noProof="0" dirty="0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 noProof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1B96DB-7961-4665-BC0B-0E94575174E2}" type="slidenum">
              <a:rPr lang="cs-CZ" noProof="0" smtClean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31543994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B96DB-7961-4665-BC0B-0E94575174E2}" type="slidenum">
              <a:rPr lang="cs-CZ" noProof="0" smtClean="0"/>
              <a:t>1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4129848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B96DB-7961-4665-BC0B-0E94575174E2}" type="slidenum">
              <a:rPr lang="cs-CZ" noProof="0" smtClean="0"/>
              <a:t>9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3201901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cs-CZ" noProof="0" dirty="0"/>
              <a:t>Kliknutím můžete upravit styl předlohy nadpisů.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cs-CZ" noProof="0"/>
              <a:t>Kliknutím můžete upravit styl předlohy podnadpisů.</a:t>
            </a:r>
          </a:p>
        </p:txBody>
      </p:sp>
      <p:sp>
        <p:nvSpPr>
          <p:cNvPr id="4" name="Zástupné datum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E4CF67D5-7113-4F58-90C9-7936E219A927}" type="datetime1">
              <a:rPr lang="cs-CZ" noProof="0" smtClean="0"/>
              <a:t>06.01.2023</a:t>
            </a:fld>
            <a:endParaRPr lang="cs-CZ" noProof="0"/>
          </a:p>
        </p:txBody>
      </p:sp>
      <p:sp>
        <p:nvSpPr>
          <p:cNvPr id="5" name="Zástupné zápatí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obsah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é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B7B60F-068D-4530-981A-D64FDAEE4042}" type="datetime1">
              <a:rPr lang="cs-CZ" noProof="0" smtClean="0"/>
              <a:t>06.01.2023</a:t>
            </a:fld>
            <a:endParaRPr lang="cs-CZ" noProof="0"/>
          </a:p>
        </p:txBody>
      </p:sp>
      <p:sp>
        <p:nvSpPr>
          <p:cNvPr id="5" name="Zástupné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text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4" name="Zástupné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50E77078-8498-416E-8C2B-44BCB10DADE3}" type="datetime1">
              <a:rPr lang="cs-CZ" noProof="0" smtClean="0"/>
              <a:t>06.01.2023</a:t>
            </a:fld>
            <a:endParaRPr lang="cs-CZ" noProof="0"/>
          </a:p>
        </p:txBody>
      </p:sp>
      <p:sp>
        <p:nvSpPr>
          <p:cNvPr id="5" name="Zástupné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ě obsahové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obsah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ý obsah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5" name="Zástupné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E2425AC-A8CC-4FD5-80CB-DB62F33CC7E2}" type="datetime1">
              <a:rPr lang="cs-CZ" noProof="0" smtClean="0"/>
              <a:t>06.01.2023</a:t>
            </a:fld>
            <a:endParaRPr lang="cs-CZ" noProof="0"/>
          </a:p>
        </p:txBody>
      </p:sp>
      <p:sp>
        <p:nvSpPr>
          <p:cNvPr id="6" name="Zástupné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délník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Nadpis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text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4" name="Zástupný obsah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5" name="Zástupný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6" name="Zástupný obsah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7" name="Zástupné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73C0A0-F997-4689-B91B-3C30EE9CB784}" type="datetime1">
              <a:rPr lang="cs-CZ" noProof="0" smtClean="0"/>
              <a:t>06.01.2023</a:t>
            </a:fld>
            <a:endParaRPr lang="cs-CZ" noProof="0"/>
          </a:p>
        </p:txBody>
      </p:sp>
      <p:sp>
        <p:nvSpPr>
          <p:cNvPr id="8" name="Zástupné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é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82786CC-6742-46F7-827E-F58BF345F5D8}" type="datetime1">
              <a:rPr lang="cs-CZ" noProof="0" smtClean="0"/>
              <a:t>06.01.2023</a:t>
            </a:fld>
            <a:endParaRPr lang="cs-CZ" noProof="0"/>
          </a:p>
        </p:txBody>
      </p:sp>
      <p:sp>
        <p:nvSpPr>
          <p:cNvPr id="4" name="Zástupné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  <p:sp>
        <p:nvSpPr>
          <p:cNvPr id="7" name="Obdélník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Nadpis 1"/>
          <p:cNvSpPr>
            <a:spLocks noGrp="1"/>
          </p:cNvSpPr>
          <p:nvPr>
            <p:ph type="title" hasCustomPrompt="1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cs-CZ" noProof="0"/>
              <a:t>Kliknutím můžete upravit styl předlohy nadpisů.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F952648-A78A-4608-9A01-2A97839C2F58}" type="datetime1">
              <a:rPr lang="cs-CZ" noProof="0" smtClean="0"/>
              <a:t>06.01.2023</a:t>
            </a:fld>
            <a:endParaRPr lang="cs-CZ" noProof="0"/>
          </a:p>
        </p:txBody>
      </p:sp>
      <p:sp>
        <p:nvSpPr>
          <p:cNvPr id="3" name="Zástupné zápatí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obsah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ý text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5" name="Zástupné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6A62E91A-98DC-4F55-B956-A4A34416FE5F}" type="datetime1">
              <a:rPr lang="cs-CZ" noProof="0" smtClean="0"/>
              <a:t>06.01.2023</a:t>
            </a:fld>
            <a:endParaRPr lang="cs-CZ" noProof="0"/>
          </a:p>
        </p:txBody>
      </p:sp>
      <p:sp>
        <p:nvSpPr>
          <p:cNvPr id="6" name="Zástupné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cs-CZ" noProof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symbol obrázku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cs-CZ" noProof="0"/>
              <a:t>Po kliknutí na ikonu můžete přidat obrázek.</a:t>
            </a:r>
          </a:p>
        </p:txBody>
      </p:sp>
      <p:sp>
        <p:nvSpPr>
          <p:cNvPr id="4" name="Zástupný text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 noProof="0"/>
              <a:t>Upravit styly předlohy textu</a:t>
            </a:r>
          </a:p>
        </p:txBody>
      </p:sp>
      <p:sp>
        <p:nvSpPr>
          <p:cNvPr id="5" name="Zástupné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CFB8D6C-5A19-4086-8755-0C0638DA7ADB}" type="datetime1">
              <a:rPr lang="cs-CZ" noProof="0" smtClean="0"/>
              <a:t>06.01.2023</a:t>
            </a:fld>
            <a:endParaRPr lang="cs-CZ" noProof="0"/>
          </a:p>
        </p:txBody>
      </p:sp>
      <p:sp>
        <p:nvSpPr>
          <p:cNvPr id="6" name="Zástupné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Nadpis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svislý text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é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CBE8CE-5C92-4D1A-BE9B-39275DD4E21B}" type="datetime1">
              <a:rPr lang="cs-CZ" noProof="0" smtClean="0"/>
              <a:t>06.01.2023</a:t>
            </a:fld>
            <a:endParaRPr lang="cs-CZ" noProof="0"/>
          </a:p>
        </p:txBody>
      </p:sp>
      <p:sp>
        <p:nvSpPr>
          <p:cNvPr id="5" name="Zástupné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Svislý nadpis 1"/>
          <p:cNvSpPr>
            <a:spLocks noGrp="1"/>
          </p:cNvSpPr>
          <p:nvPr>
            <p:ph type="title" orient="vert" hasCustomPrompt="1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svislý text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é datum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B233EC6-32EC-40F2-A899-8731B976E638}" type="datetime1">
              <a:rPr lang="cs-CZ" noProof="0" smtClean="0"/>
              <a:t>06.01.2023</a:t>
            </a:fld>
            <a:endParaRPr lang="cs-CZ" noProof="0"/>
          </a:p>
        </p:txBody>
      </p:sp>
      <p:sp>
        <p:nvSpPr>
          <p:cNvPr id="5" name="Zástupné zápatí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cs-CZ" noProof="0"/>
              <a:t>Kliknutím můžete upravit styl předlohy nadpisů.</a:t>
            </a:r>
          </a:p>
        </p:txBody>
      </p:sp>
      <p:sp>
        <p:nvSpPr>
          <p:cNvPr id="3" name="Zástupný text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cs-CZ" noProof="0"/>
              <a:t>Upravit styly předlohy textu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</a:p>
        </p:txBody>
      </p:sp>
      <p:sp>
        <p:nvSpPr>
          <p:cNvPr id="4" name="Zástupné datum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68A20929-4667-4121-800C-DB300D315348}" type="datetime1">
              <a:rPr lang="cs-CZ" noProof="0" smtClean="0"/>
              <a:t>06.01.2023</a:t>
            </a:fld>
            <a:endParaRPr lang="cs-CZ" noProof="0"/>
          </a:p>
        </p:txBody>
      </p:sp>
      <p:sp>
        <p:nvSpPr>
          <p:cNvPr id="5" name="Zástupné zápatí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cs-CZ" noProof="0" smtClean="0"/>
              <a:pPr rtl="0"/>
              <a:t>‹#›</a:t>
            </a:fld>
            <a:endParaRPr lang="cs-CZ" noProof="0"/>
          </a:p>
        </p:txBody>
      </p:sp>
      <p:sp>
        <p:nvSpPr>
          <p:cNvPr id="9" name="Obdélník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Obdélník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Obdélník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Obdélník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cs-CZ"/>
          </a:p>
        </p:txBody>
      </p:sp>
      <p:pic>
        <p:nvPicPr>
          <p:cNvPr id="7" name="Obrázek 6" descr="Digitální spoje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Skupina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Obdélník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bdélník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bdélník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Obdélník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cs-CZ" sz="6000" dirty="0">
                <a:solidFill>
                  <a:schemeClr val="bg1"/>
                </a:solidFill>
              </a:rPr>
              <a:t>informační bezpečnost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rtl="0"/>
            <a:r>
              <a:rPr lang="cs-CZ" dirty="0">
                <a:solidFill>
                  <a:srgbClr val="7CEBFF"/>
                </a:solidFill>
              </a:rPr>
              <a:t>Mgr. Jan Fojtík, SPŠ Česká lípa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078A52F-85EA-4C0B-962B-D9D9DD4DD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9797D5-5700-4683-B30A-5B4D56CB8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56A7B9-9801-42EC-A4C9-7E22A56EF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D54DB8-C150-4290-85D6-F5B0262BF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8D511D2-9CF1-40DE-BB88-A5A48A0E8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rogramátorská data na monitoru počítače">
            <a:extLst>
              <a:ext uri="{FF2B5EF4-FFF2-40B4-BE49-F238E27FC236}">
                <a16:creationId xmlns:a16="http://schemas.microsoft.com/office/drawing/2014/main" id="{3F326E8B-DA8A-FC42-6B4F-46E975AE85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073" b="165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40ADCA80-A0B1-4379-94EC-0A1A73BE1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2"/>
            <a:chOff x="438068" y="457200"/>
            <a:chExt cx="3703320" cy="593513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EB4D79C-3A0E-4CB5-9A3D-BB816FD52C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18067"/>
              <a:ext cx="3702134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839C3D0-536E-4C48-A1C1-D9B718A84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90C73241-1359-EC82-0975-FEC7F42B0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101" y="860108"/>
            <a:ext cx="3412067" cy="19110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cs-CZ" sz="3600" dirty="0"/>
              <a:t>DATA</a:t>
            </a:r>
            <a:br>
              <a:rPr lang="cs-CZ" sz="3600" dirty="0"/>
            </a:br>
            <a:r>
              <a:rPr lang="cs-CZ" sz="3600" dirty="0"/>
              <a:t>vs.</a:t>
            </a:r>
            <a:br>
              <a:rPr lang="cs-CZ" sz="3600" dirty="0"/>
            </a:br>
            <a:r>
              <a:rPr lang="en-US" sz="3600" dirty="0" err="1"/>
              <a:t>Informace</a:t>
            </a:r>
            <a:endParaRPr lang="en-US" sz="3600" dirty="0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11906A7B-2137-9C9B-911D-825646E09033}"/>
              </a:ext>
            </a:extLst>
          </p:cNvPr>
          <p:cNvSpPr txBox="1"/>
          <p:nvPr/>
        </p:nvSpPr>
        <p:spPr>
          <a:xfrm>
            <a:off x="4334256" y="621792"/>
            <a:ext cx="7571232" cy="267765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cs-CZ" sz="2400" b="1" dirty="0"/>
              <a:t>DATA</a:t>
            </a:r>
          </a:p>
          <a:p>
            <a:r>
              <a:rPr lang="cs-CZ" sz="2400" dirty="0"/>
              <a:t>= jsou </a:t>
            </a:r>
            <a:r>
              <a:rPr lang="cs-CZ" sz="2400" b="1" dirty="0"/>
              <a:t>fakta</a:t>
            </a:r>
            <a:r>
              <a:rPr lang="cs-CZ" sz="2400" dirty="0"/>
              <a:t>, čísla, události, grafy, mapy, transakce atd., které byly zaznamenány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 dirty="0"/>
              <a:t>mají </a:t>
            </a:r>
            <a:r>
              <a:rPr lang="cs-CZ" sz="2400" b="1" dirty="0"/>
              <a:t>informační hodnotu </a:t>
            </a:r>
            <a:r>
              <a:rPr lang="cs-CZ" sz="2400" dirty="0"/>
              <a:t>(jsou zpracovávána, aby utvořila informaci)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 dirty="0"/>
              <a:t>jsou uchovávána v </a:t>
            </a:r>
            <a:r>
              <a:rPr lang="cs-CZ" sz="2400" b="1" dirty="0"/>
              <a:t>souborech</a:t>
            </a:r>
            <a:r>
              <a:rPr lang="cs-CZ" sz="2400" dirty="0"/>
              <a:t> (textové, obrazové, binární) na </a:t>
            </a:r>
            <a:r>
              <a:rPr lang="cs-CZ" sz="2400" b="1" dirty="0"/>
              <a:t>nosičích</a:t>
            </a:r>
            <a:r>
              <a:rPr lang="cs-CZ" sz="2400" dirty="0"/>
              <a:t>/médiích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758B223A-1CDB-6333-301A-5D6A51E828F1}"/>
              </a:ext>
            </a:extLst>
          </p:cNvPr>
          <p:cNvSpPr txBox="1"/>
          <p:nvPr/>
        </p:nvSpPr>
        <p:spPr>
          <a:xfrm>
            <a:off x="4334256" y="3664755"/>
            <a:ext cx="7571232" cy="267765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cs-CZ" sz="2400" b="1" dirty="0"/>
              <a:t>INFORMACE</a:t>
            </a:r>
          </a:p>
          <a:p>
            <a:r>
              <a:rPr lang="cs-CZ" sz="2400" dirty="0"/>
              <a:t>= jsou údaje, které byly zpracovány do podoby užitečné pro příjemce</a:t>
            </a:r>
          </a:p>
          <a:p>
            <a:r>
              <a:rPr lang="cs-CZ" sz="2400" dirty="0"/>
              <a:t>= interpretovaná data dle </a:t>
            </a:r>
            <a:r>
              <a:rPr lang="cs-CZ" sz="2400" b="1" dirty="0"/>
              <a:t>znalostí</a:t>
            </a:r>
            <a:r>
              <a:rPr lang="cs-CZ" sz="2400" dirty="0"/>
              <a:t> a </a:t>
            </a:r>
            <a:r>
              <a:rPr lang="cs-CZ" sz="2400" b="1" dirty="0"/>
              <a:t>zkušeností</a:t>
            </a:r>
            <a:r>
              <a:rPr lang="cs-CZ" sz="2400" dirty="0"/>
              <a:t> v daném kontextu</a:t>
            </a:r>
          </a:p>
          <a:p>
            <a:r>
              <a:rPr lang="cs-CZ" sz="2400" i="1" dirty="0"/>
              <a:t>Každá informace je tedy údajem, datem, ale jakákoli uložená data se nemusejí nutně stát informací.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DF146145-4792-7FDE-8E94-FC22F101A8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5490427"/>
              </p:ext>
            </p:extLst>
          </p:nvPr>
        </p:nvGraphicFramePr>
        <p:xfrm>
          <a:off x="482600" y="2771204"/>
          <a:ext cx="3578352" cy="3226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04167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078A52F-85EA-4C0B-962B-D9D9DD4DD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9797D5-5700-4683-B30A-5B4D56CB8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56A7B9-9801-42EC-A4C9-7E22A56EF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D54DB8-C150-4290-85D6-F5B0262BF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8D511D2-9CF1-40DE-BB88-A5A48A0E8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rogramátorská data na monitoru počítače">
            <a:extLst>
              <a:ext uri="{FF2B5EF4-FFF2-40B4-BE49-F238E27FC236}">
                <a16:creationId xmlns:a16="http://schemas.microsoft.com/office/drawing/2014/main" id="{3F326E8B-DA8A-FC42-6B4F-46E975AE85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073" b="165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40ADCA80-A0B1-4379-94EC-0A1A73BE1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2"/>
            <a:chOff x="438068" y="457200"/>
            <a:chExt cx="3703320" cy="593513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EB4D79C-3A0E-4CB5-9A3D-BB816FD52C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18067"/>
              <a:ext cx="3702134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839C3D0-536E-4C48-A1C1-D9B718A84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90C73241-1359-EC82-0975-FEC7F42B0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101" y="860108"/>
            <a:ext cx="3412067" cy="86810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cs-CZ" sz="3200" dirty="0" err="1"/>
              <a:t>KYBERPROSToR</a:t>
            </a:r>
            <a:endParaRPr lang="en-US" sz="3200" dirty="0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11906A7B-2137-9C9B-911D-825646E09033}"/>
              </a:ext>
            </a:extLst>
          </p:cNvPr>
          <p:cNvSpPr txBox="1"/>
          <p:nvPr/>
        </p:nvSpPr>
        <p:spPr>
          <a:xfrm>
            <a:off x="4334256" y="448056"/>
            <a:ext cx="7571232" cy="563231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cs-CZ" sz="2400" b="1" dirty="0"/>
              <a:t>KYBERPROSTOR</a:t>
            </a:r>
          </a:p>
          <a:p>
            <a:r>
              <a:rPr lang="cs-CZ" sz="2400" b="1" dirty="0"/>
              <a:t>=</a:t>
            </a:r>
            <a:r>
              <a:rPr lang="cs-CZ" sz="2400" dirty="0"/>
              <a:t> tvořen prvky </a:t>
            </a:r>
            <a:r>
              <a:rPr lang="cs-CZ" sz="2400" b="1" dirty="0"/>
              <a:t>informačních</a:t>
            </a:r>
            <a:r>
              <a:rPr lang="cs-CZ" sz="2400" dirty="0"/>
              <a:t> a </a:t>
            </a:r>
            <a:r>
              <a:rPr lang="cs-CZ" sz="2400" b="1" dirty="0"/>
              <a:t>komunikačních</a:t>
            </a:r>
            <a:r>
              <a:rPr lang="cs-CZ" sz="2400" dirty="0"/>
              <a:t> technologií, které vytvářejí pomocí protokolu TCP/IP celosvětovou, globální počítačovou síť, a jednotlivými počítačovými systémy, které jsou do této sítě připojeny a které v ní interagují  pomocí jednotlivých uživatelů (administrátorů či koncových uživatelů)</a:t>
            </a:r>
          </a:p>
          <a:p>
            <a:endParaRPr lang="cs-CZ" sz="2400" dirty="0"/>
          </a:p>
          <a:p>
            <a:r>
              <a:rPr lang="cs-CZ" sz="2400" b="1" dirty="0"/>
              <a:t>=</a:t>
            </a:r>
            <a:r>
              <a:rPr lang="cs-CZ" sz="2400" dirty="0"/>
              <a:t> </a:t>
            </a:r>
            <a:r>
              <a:rPr lang="cs-CZ" sz="2400" b="1" dirty="0"/>
              <a:t>virtuální realita</a:t>
            </a:r>
            <a:r>
              <a:rPr lang="cs-CZ" sz="2400" dirty="0"/>
              <a:t>, nemající konec ani začátek (je však zcela závislá na materiální podstatě, tedy technologiích nacházejících se ve světě reálném)</a:t>
            </a:r>
          </a:p>
          <a:p>
            <a:endParaRPr lang="cs-CZ" sz="2400" dirty="0"/>
          </a:p>
          <a:p>
            <a:r>
              <a:rPr lang="cs-CZ" sz="2400" b="1" dirty="0"/>
              <a:t>=</a:t>
            </a:r>
            <a:r>
              <a:rPr lang="cs-CZ" sz="2400" dirty="0"/>
              <a:t> </a:t>
            </a:r>
            <a:r>
              <a:rPr lang="cs-CZ" sz="2400" b="1" dirty="0"/>
              <a:t>dynamický</a:t>
            </a:r>
            <a:r>
              <a:rPr lang="cs-CZ" sz="2400" dirty="0"/>
              <a:t>, neustále se měnící a vyvíjející systém vázaný na hardware, avšak zároveň vytvářející těžko definovatelný a prakticky neomezený kyberprostor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B501CDB-041B-4D91-896B-9D7CD5D56C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8374457"/>
              </p:ext>
            </p:extLst>
          </p:nvPr>
        </p:nvGraphicFramePr>
        <p:xfrm>
          <a:off x="250446" y="1970257"/>
          <a:ext cx="3911600" cy="3815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37915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8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EB7086-616E-4D44-94BE-D0F76356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56981F2-287B-4FF9-ADF9-BA62CF2D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61341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5987DDC-233B-99D5-A451-008AC8F77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723901"/>
            <a:ext cx="10993549" cy="7808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 err="1">
                <a:solidFill>
                  <a:schemeClr val="accent1"/>
                </a:solidFill>
              </a:rPr>
              <a:t>kyberprostor</a:t>
            </a:r>
            <a:r>
              <a:rPr lang="cs-CZ" sz="3600" dirty="0">
                <a:solidFill>
                  <a:schemeClr val="accent1"/>
                </a:solidFill>
              </a:rPr>
              <a:t>  a jeho vrstvy</a:t>
            </a:r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4A1BA756-A209-B5F2-D284-7667E53E7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cs-CZ" dirty="0"/>
            </a:br>
            <a:endParaRPr lang="cs-CZ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4F7C3EB-826C-1868-DA47-920E7C515B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0302316"/>
              </p:ext>
            </p:extLst>
          </p:nvPr>
        </p:nvGraphicFramePr>
        <p:xfrm>
          <a:off x="2826748" y="1676413"/>
          <a:ext cx="6884179" cy="47243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9050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8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EB7086-616E-4D44-94BE-D0F76356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56981F2-287B-4FF9-ADF9-BA62CF2D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61341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5987DDC-233B-99D5-A451-008AC8F77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723901"/>
            <a:ext cx="10993549" cy="7808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 err="1">
                <a:solidFill>
                  <a:schemeClr val="accent1"/>
                </a:solidFill>
              </a:rPr>
              <a:t>kyberprostor</a:t>
            </a:r>
            <a:endParaRPr lang="en-US" sz="3600" dirty="0">
              <a:solidFill>
                <a:schemeClr val="accent1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F99366A-F093-A47E-41EA-D659A825CF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74"/>
          <a:stretch/>
        </p:blipFill>
        <p:spPr bwMode="auto">
          <a:xfrm>
            <a:off x="48674" y="1504708"/>
            <a:ext cx="12037670" cy="535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0731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078A52F-85EA-4C0B-962B-D9D9DD4DD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9797D5-5700-4683-B30A-5B4D56CB8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56A7B9-9801-42EC-A4C9-7E22A56EF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D54DB8-C150-4290-85D6-F5B0262BF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CB335CCB-38B5-8E5E-3472-E1D4800468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585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F8E1993-3DC5-4AC9-CDA1-D3979D261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KYBERPROSTOR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1137911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078A52F-85EA-4C0B-962B-D9D9DD4DD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9797D5-5700-4683-B30A-5B4D56CB8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56A7B9-9801-42EC-A4C9-7E22A56EF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D54DB8-C150-4290-85D6-F5B0262BF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8D511D2-9CF1-40DE-BB88-A5A48A0E8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rogramátorská data na monitoru počítače">
            <a:extLst>
              <a:ext uri="{FF2B5EF4-FFF2-40B4-BE49-F238E27FC236}">
                <a16:creationId xmlns:a16="http://schemas.microsoft.com/office/drawing/2014/main" id="{3F326E8B-DA8A-FC42-6B4F-46E975AE85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073" b="165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40ADCA80-A0B1-4379-94EC-0A1A73BE1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2"/>
            <a:chOff x="438068" y="457200"/>
            <a:chExt cx="3703320" cy="593513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EB4D79C-3A0E-4CB5-9A3D-BB816FD52C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18067"/>
              <a:ext cx="3702134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839C3D0-536E-4C48-A1C1-D9B718A84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90C73241-1359-EC82-0975-FEC7F42B0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101" y="860108"/>
            <a:ext cx="3412067" cy="19653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cs-CZ" dirty="0"/>
              <a:t>KYBERBEZPEČNOST</a:t>
            </a:r>
            <a:br>
              <a:rPr lang="cs-CZ" dirty="0"/>
            </a:br>
            <a:r>
              <a:rPr lang="cs-CZ" dirty="0"/>
              <a:t>vs.</a:t>
            </a:r>
            <a:br>
              <a:rPr lang="cs-CZ" dirty="0"/>
            </a:br>
            <a:r>
              <a:rPr lang="cs-CZ" dirty="0"/>
              <a:t>INFORMAČNÍ</a:t>
            </a:r>
            <a:br>
              <a:rPr lang="cs-CZ" dirty="0"/>
            </a:br>
            <a:r>
              <a:rPr lang="cs-CZ" dirty="0"/>
              <a:t>BEZPEČNOST</a:t>
            </a:r>
            <a:endParaRPr lang="en-US" dirty="0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11906A7B-2137-9C9B-911D-825646E09033}"/>
              </a:ext>
            </a:extLst>
          </p:cNvPr>
          <p:cNvSpPr txBox="1"/>
          <p:nvPr/>
        </p:nvSpPr>
        <p:spPr>
          <a:xfrm>
            <a:off x="4285235" y="467435"/>
            <a:ext cx="7571232" cy="600164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cs-CZ" sz="2400" dirty="0"/>
              <a:t>Kyberprostor je také možné definovat podle </a:t>
            </a:r>
            <a:r>
              <a:rPr lang="cs-CZ" sz="2400" b="1" dirty="0"/>
              <a:t>dostupnosti a dohledatelnosti dat</a:t>
            </a:r>
            <a:r>
              <a:rPr lang="cs-CZ" sz="2400" dirty="0"/>
              <a:t> pro běžného uživatele. </a:t>
            </a:r>
          </a:p>
          <a:p>
            <a:r>
              <a:rPr lang="cs-CZ" sz="2400" dirty="0"/>
              <a:t>Podle tohoto dělení lze kyberprostor rozdělit na </a:t>
            </a:r>
            <a:r>
              <a:rPr lang="cs-CZ" sz="2400" b="1" dirty="0"/>
              <a:t>služby</a:t>
            </a:r>
            <a:r>
              <a:rPr lang="cs-CZ" sz="2400" dirty="0"/>
              <a:t> a </a:t>
            </a:r>
            <a:r>
              <a:rPr lang="cs-CZ" sz="2400" b="1" dirty="0"/>
              <a:t>data</a:t>
            </a:r>
            <a:r>
              <a:rPr lang="cs-CZ" sz="2400" dirty="0"/>
              <a:t> dostupná pomocí </a:t>
            </a:r>
            <a:r>
              <a:rPr lang="cs-CZ" sz="2400" b="1" dirty="0"/>
              <a:t>Internetu</a:t>
            </a:r>
            <a:r>
              <a:rPr lang="cs-CZ" sz="2400" dirty="0"/>
              <a:t>, na služby a data dostupná pouze v rámci </a:t>
            </a:r>
            <a:r>
              <a:rPr lang="cs-CZ" sz="2400" b="1" dirty="0"/>
              <a:t>konkrétních sítí a zařízení </a:t>
            </a:r>
            <a:r>
              <a:rPr lang="cs-CZ" sz="2400" dirty="0"/>
              <a:t>a na služby a data </a:t>
            </a:r>
            <a:r>
              <a:rPr lang="cs-CZ" sz="2400" b="1" dirty="0"/>
              <a:t>záměrně skrytá</a:t>
            </a:r>
            <a:r>
              <a:rPr lang="cs-CZ" sz="2400" dirty="0"/>
              <a:t> a dostupná s využitím speciálních nástrojů.</a:t>
            </a:r>
          </a:p>
          <a:p>
            <a:br>
              <a:rPr lang="cs-CZ" sz="2400" dirty="0"/>
            </a:br>
            <a:r>
              <a:rPr lang="cs-CZ" sz="2400" dirty="0"/>
              <a:t>Obvykle se pro tyto kategorie používají názvy:</a:t>
            </a:r>
            <a:br>
              <a:rPr lang="cs-CZ" sz="2400" dirty="0"/>
            </a:br>
            <a:r>
              <a:rPr lang="cs-CZ" sz="2400" b="1" dirty="0"/>
              <a:t>1) </a:t>
            </a:r>
            <a:r>
              <a:rPr lang="cs-CZ" sz="2400" b="1" dirty="0" err="1"/>
              <a:t>Surface</a:t>
            </a:r>
            <a:r>
              <a:rPr lang="cs-CZ" sz="2400" b="1" dirty="0"/>
              <a:t> Web</a:t>
            </a:r>
            <a:br>
              <a:rPr lang="cs-CZ" sz="2400" b="1" dirty="0"/>
            </a:br>
            <a:r>
              <a:rPr lang="cs-CZ" sz="2400" b="1" dirty="0"/>
              <a:t>2) </a:t>
            </a:r>
            <a:r>
              <a:rPr lang="cs-CZ" sz="2400" b="1" dirty="0" err="1"/>
              <a:t>Deep</a:t>
            </a:r>
            <a:r>
              <a:rPr lang="cs-CZ" sz="2400" b="1" dirty="0"/>
              <a:t> Web</a:t>
            </a:r>
            <a:br>
              <a:rPr lang="cs-CZ" sz="2400" b="1" dirty="0"/>
            </a:br>
            <a:r>
              <a:rPr lang="cs-CZ" sz="2400" b="1" dirty="0"/>
              <a:t>3) </a:t>
            </a:r>
            <a:r>
              <a:rPr lang="cs-CZ" sz="2400" b="1" dirty="0" err="1"/>
              <a:t>Dark</a:t>
            </a:r>
            <a:r>
              <a:rPr lang="cs-CZ" sz="2400" b="1" dirty="0"/>
              <a:t> Web</a:t>
            </a:r>
          </a:p>
          <a:p>
            <a:br>
              <a:rPr lang="cs-CZ" sz="2400" dirty="0"/>
            </a:br>
            <a:r>
              <a:rPr lang="cs-CZ" sz="2400" b="1" dirty="0" err="1"/>
              <a:t>Deep</a:t>
            </a:r>
            <a:r>
              <a:rPr lang="cs-CZ" sz="2400" dirty="0"/>
              <a:t> a </a:t>
            </a:r>
            <a:r>
              <a:rPr lang="cs-CZ" sz="2400" b="1" dirty="0" err="1"/>
              <a:t>Dark</a:t>
            </a:r>
            <a:r>
              <a:rPr lang="cs-CZ" sz="2400" b="1" dirty="0"/>
              <a:t> Weby </a:t>
            </a:r>
            <a:r>
              <a:rPr lang="cs-CZ" sz="2400" dirty="0"/>
              <a:t>jsou také souhrnně označovány jako </a:t>
            </a:r>
            <a:r>
              <a:rPr lang="cs-CZ" sz="2400" b="1" dirty="0"/>
              <a:t>D4rkN3ts – </a:t>
            </a:r>
            <a:r>
              <a:rPr lang="cs-CZ" sz="2400" b="1" dirty="0" err="1"/>
              <a:t>Darknets</a:t>
            </a:r>
            <a:r>
              <a:rPr lang="cs-CZ" sz="2400" dirty="0"/>
              <a:t>. Všechny tyto součásti pak společně vytváří skutečný kyberprostor. 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DF146145-4792-7FDE-8E94-FC22F101A8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4802343"/>
              </p:ext>
            </p:extLst>
          </p:nvPr>
        </p:nvGraphicFramePr>
        <p:xfrm>
          <a:off x="482600" y="3118676"/>
          <a:ext cx="3578352" cy="3226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54683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875899-8E0D-111C-553B-892C6A247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Pojmy a zkratky k tématu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5455C41-CDE1-0A29-CB6D-0837480C9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11029615" cy="3678303"/>
          </a:xfrm>
        </p:spPr>
        <p:txBody>
          <a:bodyPr numCol="3">
            <a:normAutofit fontScale="62500" lnSpcReduction="20000"/>
          </a:bodyPr>
          <a:lstStyle/>
          <a:p>
            <a:r>
              <a:rPr lang="cs-CZ" b="0" i="0" dirty="0">
                <a:effectLst/>
                <a:latin typeface="Arial" panose="020B0604020202020204" pitchFamily="34" charset="0"/>
              </a:rPr>
              <a:t>Administrátor</a:t>
            </a: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Adresový prostor</a:t>
            </a:r>
          </a:p>
          <a:p>
            <a:r>
              <a:rPr lang="cs-CZ" b="0" i="0" dirty="0" err="1">
                <a:effectLst/>
                <a:latin typeface="Arial" panose="020B0604020202020204" pitchFamily="34" charset="0"/>
              </a:rPr>
              <a:t>Adware</a:t>
            </a:r>
            <a:endParaRPr lang="cs-CZ" b="0" i="0" dirty="0"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Agregace</a:t>
            </a: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Aktivum</a:t>
            </a: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Antivir</a:t>
            </a: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Audit</a:t>
            </a: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Autenticita</a:t>
            </a: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Autorizace</a:t>
            </a: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Boty </a:t>
            </a:r>
            <a:r>
              <a:rPr lang="cs-CZ" b="0" i="0" dirty="0" err="1">
                <a:effectLst/>
                <a:latin typeface="Arial" panose="020B0604020202020204" pitchFamily="34" charset="0"/>
              </a:rPr>
              <a:t>Botnet</a:t>
            </a:r>
            <a:endParaRPr lang="cs-CZ" b="0" i="0" dirty="0">
              <a:effectLst/>
              <a:latin typeface="Arial" panose="020B0604020202020204" pitchFamily="34" charset="0"/>
            </a:endParaRPr>
          </a:p>
          <a:p>
            <a:r>
              <a:rPr lang="cs-CZ" b="0" i="0" dirty="0" err="1">
                <a:effectLst/>
                <a:latin typeface="Arial" panose="020B0604020202020204" pitchFamily="34" charset="0"/>
              </a:rPr>
              <a:t>Captcha</a:t>
            </a:r>
            <a:endParaRPr lang="cs-CZ" b="0" i="0" dirty="0"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Certifikace</a:t>
            </a: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Cloud </a:t>
            </a:r>
            <a:r>
              <a:rPr lang="cs-CZ" b="0" i="0" dirty="0" err="1">
                <a:effectLst/>
                <a:latin typeface="Arial" panose="020B0604020202020204" pitchFamily="34" charset="0"/>
              </a:rPr>
              <a:t>computing</a:t>
            </a:r>
            <a:endParaRPr lang="cs-CZ" b="0" i="0" dirty="0">
              <a:effectLst/>
              <a:latin typeface="Arial" panose="020B0604020202020204" pitchFamily="34" charset="0"/>
            </a:endParaRPr>
          </a:p>
          <a:p>
            <a:r>
              <a:rPr lang="cs-CZ" b="0" i="0" dirty="0" err="1">
                <a:effectLst/>
                <a:latin typeface="Arial" panose="020B0604020202020204" pitchFamily="34" charset="0"/>
              </a:rPr>
              <a:t>Cookie</a:t>
            </a:r>
            <a:endParaRPr lang="cs-CZ" b="0" i="0" dirty="0">
              <a:effectLst/>
              <a:latin typeface="Arial" panose="020B0604020202020204" pitchFamily="34" charset="0"/>
            </a:endParaRPr>
          </a:p>
          <a:p>
            <a:r>
              <a:rPr lang="cs-CZ" b="0" i="0" dirty="0" err="1">
                <a:effectLst/>
                <a:latin typeface="Arial" panose="020B0604020202020204" pitchFamily="34" charset="0"/>
              </a:rPr>
              <a:t>Crack</a:t>
            </a:r>
            <a:endParaRPr lang="cs-CZ" b="0" i="0" dirty="0">
              <a:effectLst/>
              <a:latin typeface="Arial" panose="020B0604020202020204" pitchFamily="34" charset="0"/>
            </a:endParaRPr>
          </a:p>
          <a:p>
            <a:r>
              <a:rPr lang="cs-CZ" b="0" i="0" dirty="0" err="1"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effectLst/>
                <a:latin typeface="Arial" panose="020B0604020202020204" pitchFamily="34" charset="0"/>
              </a:rPr>
              <a:t>commons</a:t>
            </a:r>
            <a:endParaRPr lang="cs-CZ" b="0" i="0" dirty="0"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Cyberstalking</a:t>
            </a:r>
          </a:p>
          <a:p>
            <a:r>
              <a:rPr lang="cs-CZ" b="1" dirty="0" err="1">
                <a:latin typeface="Arial" panose="020B0604020202020204" pitchFamily="34" charset="0"/>
              </a:rPr>
              <a:t>Dark</a:t>
            </a:r>
            <a:r>
              <a:rPr lang="cs-CZ" b="1" dirty="0">
                <a:latin typeface="Arial" panose="020B0604020202020204" pitchFamily="34" charset="0"/>
              </a:rPr>
              <a:t> web</a:t>
            </a:r>
            <a:endParaRPr lang="cs-CZ" b="1" i="0" dirty="0">
              <a:effectLst/>
              <a:latin typeface="Arial" panose="020B0604020202020204" pitchFamily="34" charset="0"/>
            </a:endParaRPr>
          </a:p>
          <a:p>
            <a:r>
              <a:rPr lang="cs-CZ" b="1" dirty="0" err="1">
                <a:latin typeface="Arial" panose="020B0604020202020204" pitchFamily="34" charset="0"/>
              </a:rPr>
              <a:t>Deep</a:t>
            </a:r>
            <a:r>
              <a:rPr lang="cs-CZ" b="1" dirty="0">
                <a:latin typeface="Arial" panose="020B0604020202020204" pitchFamily="34" charset="0"/>
              </a:rPr>
              <a:t> web</a:t>
            </a:r>
            <a:endParaRPr lang="cs-CZ" b="1" i="0" dirty="0"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Firewall</a:t>
            </a:r>
          </a:p>
          <a:p>
            <a:r>
              <a:rPr lang="cs-CZ" b="0" i="0" dirty="0" err="1">
                <a:effectLst/>
                <a:latin typeface="Arial" panose="020B0604020202020204" pitchFamily="34" charset="0"/>
              </a:rPr>
              <a:t>Hack</a:t>
            </a:r>
            <a:endParaRPr lang="cs-CZ" b="0" i="0" dirty="0"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Kryptografie</a:t>
            </a:r>
          </a:p>
          <a:p>
            <a:r>
              <a:rPr lang="cs-CZ" b="1" i="0" dirty="0" err="1">
                <a:effectLst/>
                <a:latin typeface="Arial" panose="020B0604020202020204" pitchFamily="34" charset="0"/>
              </a:rPr>
              <a:t>Kybergrooming</a:t>
            </a:r>
            <a:endParaRPr lang="cs-CZ" b="1" i="0" dirty="0"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Kybernetická bezpečnost</a:t>
            </a:r>
          </a:p>
          <a:p>
            <a:r>
              <a:rPr lang="cs-CZ" b="1" dirty="0">
                <a:latin typeface="Arial" panose="020B0604020202020204" pitchFamily="34" charset="0"/>
              </a:rPr>
              <a:t>Kyberprostor</a:t>
            </a:r>
            <a:endParaRPr lang="cs-CZ" b="1" i="0" dirty="0"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Licence</a:t>
            </a: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LAN</a:t>
            </a: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MAC</a:t>
            </a: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Nevyžádaná pošta (spam)</a:t>
            </a: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Paket</a:t>
            </a:r>
          </a:p>
          <a:p>
            <a:r>
              <a:rPr lang="cs-CZ" b="0" i="0" dirty="0" err="1">
                <a:effectLst/>
                <a:latin typeface="Arial" panose="020B0604020202020204" pitchFamily="34" charset="0"/>
              </a:rPr>
              <a:t>Pharming</a:t>
            </a:r>
            <a:endParaRPr lang="cs-CZ" b="0" i="0" dirty="0">
              <a:effectLst/>
              <a:latin typeface="Arial" panose="020B0604020202020204" pitchFamily="34" charset="0"/>
            </a:endParaRPr>
          </a:p>
          <a:p>
            <a:r>
              <a:rPr lang="cs-CZ" b="0" i="0" dirty="0" err="1">
                <a:effectLst/>
                <a:latin typeface="Arial" panose="020B0604020202020204" pitchFamily="34" charset="0"/>
              </a:rPr>
              <a:t>Phishing</a:t>
            </a:r>
            <a:endParaRPr lang="cs-CZ" b="0" i="0" dirty="0"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Poplašná zpráva(HOAX)</a:t>
            </a: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Port</a:t>
            </a: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Protokol</a:t>
            </a: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Ransomware</a:t>
            </a: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Služba</a:t>
            </a: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Sociální inženýrství</a:t>
            </a: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Spyware</a:t>
            </a: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URL</a:t>
            </a: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Virus</a:t>
            </a: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WWW</a:t>
            </a:r>
          </a:p>
          <a:p>
            <a:r>
              <a:rPr lang="cs-CZ" b="0" i="0" dirty="0">
                <a:effectLst/>
                <a:latin typeface="Arial" panose="020B0604020202020204" pitchFamily="34" charset="0"/>
              </a:rPr>
              <a:t>Záplata (Patch)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8171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Obdélník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cs-CZ"/>
          </a:p>
        </p:txBody>
      </p:sp>
      <p:pic>
        <p:nvPicPr>
          <p:cNvPr id="5" name="Obrázek 4" descr="Digitální čísla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12" name="Obdélník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4" y="1419226"/>
            <a:ext cx="3306253" cy="1746762"/>
          </a:xfrm>
        </p:spPr>
        <p:txBody>
          <a:bodyPr rtlCol="0">
            <a:normAutofit/>
          </a:bodyPr>
          <a:lstStyle/>
          <a:p>
            <a:pPr rtl="0"/>
            <a:r>
              <a:rPr lang="cs-CZ" dirty="0">
                <a:solidFill>
                  <a:srgbClr val="FFFFFF"/>
                </a:solidFill>
              </a:rPr>
              <a:t>Děkuji za pozornost!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306252" cy="454430"/>
          </a:xfrm>
        </p:spPr>
        <p:txBody>
          <a:bodyPr rtlCol="0">
            <a:normAutofit/>
          </a:bodyPr>
          <a:lstStyle/>
          <a:p>
            <a:pPr rtl="0"/>
            <a:r>
              <a:rPr lang="cs-CZ" dirty="0">
                <a:solidFill>
                  <a:schemeClr val="bg2"/>
                </a:solidFill>
              </a:rPr>
              <a:t>Jan.fojtik@sps-cl.cz</a:t>
            </a:r>
          </a:p>
          <a:p>
            <a:pPr rtl="0"/>
            <a:endParaRPr lang="cs-CZ" dirty="0">
              <a:solidFill>
                <a:schemeClr val="bg2"/>
              </a:solidFill>
            </a:endParaRPr>
          </a:p>
          <a:p>
            <a:pPr rtl="0"/>
            <a:endParaRPr lang="cs-CZ" dirty="0">
              <a:solidFill>
                <a:schemeClr val="bg2"/>
              </a:solidFill>
            </a:endParaRPr>
          </a:p>
        </p:txBody>
      </p:sp>
      <p:grpSp>
        <p:nvGrpSpPr>
          <p:cNvPr id="14" name="Skupina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Obdélník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bdélník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bdélník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a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86D974EC8FCAC40915DDB3626F98A2F" ma:contentTypeVersion="3" ma:contentTypeDescription="Vytvoří nový dokument" ma:contentTypeScope="" ma:versionID="9acf1206bf4d5870d317f24b60e0d8be">
  <xsd:schema xmlns:xsd="http://www.w3.org/2001/XMLSchema" xmlns:xs="http://www.w3.org/2001/XMLSchema" xmlns:p="http://schemas.microsoft.com/office/2006/metadata/properties" xmlns:ns2="b6da996c-7f6e-4175-82c4-543e3ce49e45" targetNamespace="http://schemas.microsoft.com/office/2006/metadata/properties" ma:root="true" ma:fieldsID="c636017cb558d7346174a24c9ad293ac" ns2:_="">
    <xsd:import namespace="b6da996c-7f6e-4175-82c4-543e3ce49e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da996c-7f6e-4175-82c4-543e3ce49e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EBC12AA-1C15-4500-BC9C-8EE83A441DE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602D319B-E019-45F5-AD61-55233A7438B0}"/>
</file>

<file path=docProps/app.xml><?xml version="1.0" encoding="utf-8"?>
<Properties xmlns="http://schemas.openxmlformats.org/officeDocument/2006/extended-properties" xmlns:vt="http://schemas.openxmlformats.org/officeDocument/2006/docPropsVTypes">
  <Template>Tech (design Dividenda)</Template>
  <TotalTime>714</TotalTime>
  <Words>420</Words>
  <Application>Microsoft Office PowerPoint</Application>
  <PresentationFormat>Širokoúhlá obrazovka</PresentationFormat>
  <Paragraphs>90</Paragraphs>
  <Slides>9</Slides>
  <Notes>2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4" baseType="lpstr">
      <vt:lpstr>Arial</vt:lpstr>
      <vt:lpstr>Calibri</vt:lpstr>
      <vt:lpstr>Gill Sans MT</vt:lpstr>
      <vt:lpstr>Wingdings 2</vt:lpstr>
      <vt:lpstr>Dividenda</vt:lpstr>
      <vt:lpstr>informační bezpečnost</vt:lpstr>
      <vt:lpstr>DATA vs. Informace</vt:lpstr>
      <vt:lpstr>KYBERPROSToR</vt:lpstr>
      <vt:lpstr>kyberprostor  a jeho vrstvy</vt:lpstr>
      <vt:lpstr>kyberprostor</vt:lpstr>
      <vt:lpstr>KYBERPROSTOR</vt:lpstr>
      <vt:lpstr>KYBERBEZPEČNOST vs. INFORMAČNÍ BEZPEČNOST</vt:lpstr>
      <vt:lpstr>Pojmy a zkratky k tématu</vt:lpstr>
      <vt:lpstr>Děkuji za pozornost!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informační bezpečnost</dc:title>
  <dc:creator>Fojtík Jan</dc:creator>
  <cp:lastModifiedBy>Fojtík Jan</cp:lastModifiedBy>
  <cp:revision>2</cp:revision>
  <dcterms:created xsi:type="dcterms:W3CDTF">2022-12-15T20:04:09Z</dcterms:created>
  <dcterms:modified xsi:type="dcterms:W3CDTF">2023-01-06T11:22:04Z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0x010100486D974EC8FCAC40915DDB3626F98A2F</vt:lpwstr>
  </property>
</Properties>
</file>