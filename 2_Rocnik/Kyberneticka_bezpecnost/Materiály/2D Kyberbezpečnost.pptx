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7"/>
  </p:notesMasterIdLst>
  <p:sldIdLst>
    <p:sldId id="256" r:id="rId5"/>
    <p:sldId id="258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59" r:id="rId15"/>
    <p:sldId id="270" r:id="rId16"/>
    <p:sldId id="271" r:id="rId17"/>
    <p:sldId id="272" r:id="rId18"/>
    <p:sldId id="260" r:id="rId19"/>
    <p:sldId id="273" r:id="rId20"/>
    <p:sldId id="274" r:id="rId21"/>
    <p:sldId id="261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4" r:id="rId31"/>
    <p:sldId id="283" r:id="rId32"/>
    <p:sldId id="285" r:id="rId33"/>
    <p:sldId id="286" r:id="rId34"/>
    <p:sldId id="287" r:id="rId35"/>
    <p:sldId id="288" r:id="rId3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AD47"/>
    <a:srgbClr val="4DC58D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3856B8-BFAB-4E65-BBA9-94C1E3D06C32}" v="448" dt="2023-10-19T21:52:12.9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165" autoAdjust="0"/>
  </p:normalViewPr>
  <p:slideViewPr>
    <p:cSldViewPr snapToGrid="0">
      <p:cViewPr varScale="1">
        <p:scale>
          <a:sx n="88" d="100"/>
          <a:sy n="88" d="100"/>
        </p:scale>
        <p:origin x="82" y="6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ojtík Jan" userId="S::jan.fojtik@sps-cl.cz::26348837-cb1b-4cc5-bb1f-4d250c98f59b" providerId="AD" clId="Web-{729E3754-A928-4210-8088-4F7E02E4C011}"/>
    <pc:docChg chg="modSld">
      <pc:chgData name="Fojtík Jan" userId="S::jan.fojtik@sps-cl.cz::26348837-cb1b-4cc5-bb1f-4d250c98f59b" providerId="AD" clId="Web-{729E3754-A928-4210-8088-4F7E02E4C011}" dt="2024-01-15T22:47:59.641" v="3" actId="1076"/>
      <pc:docMkLst>
        <pc:docMk/>
      </pc:docMkLst>
      <pc:sldChg chg="modSp">
        <pc:chgData name="Fojtík Jan" userId="S::jan.fojtik@sps-cl.cz::26348837-cb1b-4cc5-bb1f-4d250c98f59b" providerId="AD" clId="Web-{729E3754-A928-4210-8088-4F7E02E4C011}" dt="2024-01-15T22:22:02.626" v="1" actId="1076"/>
        <pc:sldMkLst>
          <pc:docMk/>
          <pc:sldMk cId="3108366158" sldId="267"/>
        </pc:sldMkLst>
        <pc:graphicFrameChg chg="mod">
          <ac:chgData name="Fojtík Jan" userId="S::jan.fojtik@sps-cl.cz::26348837-cb1b-4cc5-bb1f-4d250c98f59b" providerId="AD" clId="Web-{729E3754-A928-4210-8088-4F7E02E4C011}" dt="2024-01-15T22:22:02.626" v="1" actId="1076"/>
          <ac:graphicFrameMkLst>
            <pc:docMk/>
            <pc:sldMk cId="3108366158" sldId="267"/>
            <ac:graphicFrameMk id="6" creationId="{EFC96132-257D-CB89-402F-D9D7013D686E}"/>
          </ac:graphicFrameMkLst>
        </pc:graphicFrameChg>
      </pc:sldChg>
      <pc:sldChg chg="modSp">
        <pc:chgData name="Fojtík Jan" userId="S::jan.fojtik@sps-cl.cz::26348837-cb1b-4cc5-bb1f-4d250c98f59b" providerId="AD" clId="Web-{729E3754-A928-4210-8088-4F7E02E4C011}" dt="2024-01-15T22:47:59.641" v="3" actId="1076"/>
        <pc:sldMkLst>
          <pc:docMk/>
          <pc:sldMk cId="305419322" sldId="273"/>
        </pc:sldMkLst>
        <pc:graphicFrameChg chg="mod">
          <ac:chgData name="Fojtík Jan" userId="S::jan.fojtik@sps-cl.cz::26348837-cb1b-4cc5-bb1f-4d250c98f59b" providerId="AD" clId="Web-{729E3754-A928-4210-8088-4F7E02E4C011}" dt="2024-01-15T22:47:59.641" v="3" actId="1076"/>
          <ac:graphicFrameMkLst>
            <pc:docMk/>
            <pc:sldMk cId="305419322" sldId="273"/>
            <ac:graphicFrameMk id="5" creationId="{74DA4D83-0376-AA71-83CB-44E35631B195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089003-00A8-4B9C-919A-DFACE1BBEE3D}" type="doc">
      <dgm:prSet loTypeId="urn:microsoft.com/office/officeart/2005/8/layout/cycle8" loCatId="cycle" qsTypeId="urn:microsoft.com/office/officeart/2005/8/quickstyle/simple3" qsCatId="simple" csTypeId="urn:microsoft.com/office/officeart/2005/8/colors/accent1_1" csCatId="accent1" phldr="1"/>
      <dgm:spPr/>
    </dgm:pt>
    <dgm:pt modelId="{B3BB7E30-BEDF-46C3-9D01-FA731A53A838}">
      <dgm:prSet phldrT="[Text]"/>
      <dgm:spPr/>
      <dgm:t>
        <a:bodyPr/>
        <a:lstStyle/>
        <a:p>
          <a:r>
            <a:rPr lang="cs-CZ" dirty="0"/>
            <a:t>Fyzické</a:t>
          </a:r>
        </a:p>
      </dgm:t>
    </dgm:pt>
    <dgm:pt modelId="{185F8D96-6A95-43D4-97B5-E43B208C96A4}" type="parTrans" cxnId="{5414EC10-30D6-4459-8B84-931FD36B887A}">
      <dgm:prSet/>
      <dgm:spPr/>
      <dgm:t>
        <a:bodyPr/>
        <a:lstStyle/>
        <a:p>
          <a:endParaRPr lang="cs-CZ"/>
        </a:p>
      </dgm:t>
    </dgm:pt>
    <dgm:pt modelId="{282896CC-A607-4148-8B65-D1DBCE80A80A}" type="sibTrans" cxnId="{5414EC10-30D6-4459-8B84-931FD36B887A}">
      <dgm:prSet/>
      <dgm:spPr/>
      <dgm:t>
        <a:bodyPr/>
        <a:lstStyle/>
        <a:p>
          <a:endParaRPr lang="cs-CZ"/>
        </a:p>
      </dgm:t>
    </dgm:pt>
    <dgm:pt modelId="{3B120C25-E2FF-4516-9CD0-31E70EFD77E2}">
      <dgm:prSet phldrT="[Text]"/>
      <dgm:spPr/>
      <dgm:t>
        <a:bodyPr/>
        <a:lstStyle/>
        <a:p>
          <a:r>
            <a:rPr lang="cs-CZ" dirty="0"/>
            <a:t>Logické</a:t>
          </a:r>
        </a:p>
      </dgm:t>
    </dgm:pt>
    <dgm:pt modelId="{0C1F28EF-C116-4313-8D9B-2F8A9941B368}" type="parTrans" cxnId="{BBF5BA9A-62A5-4356-A531-34C95591ED78}">
      <dgm:prSet/>
      <dgm:spPr/>
      <dgm:t>
        <a:bodyPr/>
        <a:lstStyle/>
        <a:p>
          <a:endParaRPr lang="cs-CZ"/>
        </a:p>
      </dgm:t>
    </dgm:pt>
    <dgm:pt modelId="{C0C0EF66-06DB-4AEE-8806-7DA6BBD9B469}" type="sibTrans" cxnId="{BBF5BA9A-62A5-4356-A531-34C95591ED78}">
      <dgm:prSet/>
      <dgm:spPr/>
      <dgm:t>
        <a:bodyPr/>
        <a:lstStyle/>
        <a:p>
          <a:endParaRPr lang="cs-CZ"/>
        </a:p>
      </dgm:t>
    </dgm:pt>
    <dgm:pt modelId="{3DF57481-D427-4289-A312-0AB7A53632C1}">
      <dgm:prSet phldrT="[Text]"/>
      <dgm:spPr/>
      <dgm:t>
        <a:bodyPr/>
        <a:lstStyle/>
        <a:p>
          <a:r>
            <a:rPr lang="cs-CZ" dirty="0"/>
            <a:t>Sociální</a:t>
          </a:r>
        </a:p>
      </dgm:t>
    </dgm:pt>
    <dgm:pt modelId="{6E9F2D84-00E7-4537-A8FF-1B4FC5539A2D}" type="parTrans" cxnId="{F4DC378F-9A0E-4E3E-B420-79BFFAF84AD3}">
      <dgm:prSet/>
      <dgm:spPr/>
      <dgm:t>
        <a:bodyPr/>
        <a:lstStyle/>
        <a:p>
          <a:endParaRPr lang="cs-CZ"/>
        </a:p>
      </dgm:t>
    </dgm:pt>
    <dgm:pt modelId="{1922D10D-524B-4D45-8E58-0A073BFAD10C}" type="sibTrans" cxnId="{F4DC378F-9A0E-4E3E-B420-79BFFAF84AD3}">
      <dgm:prSet/>
      <dgm:spPr/>
      <dgm:t>
        <a:bodyPr/>
        <a:lstStyle/>
        <a:p>
          <a:endParaRPr lang="cs-CZ"/>
        </a:p>
      </dgm:t>
    </dgm:pt>
    <dgm:pt modelId="{ED9003A3-BE47-4845-B2C4-C21B298D086C}" type="pres">
      <dgm:prSet presAssocID="{03089003-00A8-4B9C-919A-DFACE1BBEE3D}" presName="compositeShape" presStyleCnt="0">
        <dgm:presLayoutVars>
          <dgm:chMax val="7"/>
          <dgm:dir/>
          <dgm:resizeHandles val="exact"/>
        </dgm:presLayoutVars>
      </dgm:prSet>
      <dgm:spPr/>
    </dgm:pt>
    <dgm:pt modelId="{1706DB06-3BE4-4529-ACDF-E42369DFE34A}" type="pres">
      <dgm:prSet presAssocID="{03089003-00A8-4B9C-919A-DFACE1BBEE3D}" presName="wedge1" presStyleLbl="node1" presStyleIdx="0" presStyleCnt="3"/>
      <dgm:spPr/>
    </dgm:pt>
    <dgm:pt modelId="{E9E8CAEC-1556-49F3-A578-3850AA283883}" type="pres">
      <dgm:prSet presAssocID="{03089003-00A8-4B9C-919A-DFACE1BBEE3D}" presName="dummy1a" presStyleCnt="0"/>
      <dgm:spPr/>
    </dgm:pt>
    <dgm:pt modelId="{9D31F608-5C18-40DF-B1A2-4C2803EDCAB3}" type="pres">
      <dgm:prSet presAssocID="{03089003-00A8-4B9C-919A-DFACE1BBEE3D}" presName="dummy1b" presStyleCnt="0"/>
      <dgm:spPr/>
    </dgm:pt>
    <dgm:pt modelId="{36D0334A-E00A-4521-A3EC-55AA56656ED9}" type="pres">
      <dgm:prSet presAssocID="{03089003-00A8-4B9C-919A-DFACE1BBEE3D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79102501-22C3-4B54-B142-70A81ABC3BBD}" type="pres">
      <dgm:prSet presAssocID="{03089003-00A8-4B9C-919A-DFACE1BBEE3D}" presName="wedge2" presStyleLbl="node1" presStyleIdx="1" presStyleCnt="3"/>
      <dgm:spPr/>
    </dgm:pt>
    <dgm:pt modelId="{84DDD0A6-FE27-49DE-854D-102159304E6F}" type="pres">
      <dgm:prSet presAssocID="{03089003-00A8-4B9C-919A-DFACE1BBEE3D}" presName="dummy2a" presStyleCnt="0"/>
      <dgm:spPr/>
    </dgm:pt>
    <dgm:pt modelId="{5C1DE77B-A038-4591-82BA-4E18FF783952}" type="pres">
      <dgm:prSet presAssocID="{03089003-00A8-4B9C-919A-DFACE1BBEE3D}" presName="dummy2b" presStyleCnt="0"/>
      <dgm:spPr/>
    </dgm:pt>
    <dgm:pt modelId="{59AD530F-5B29-41BB-86C9-F5709458B93F}" type="pres">
      <dgm:prSet presAssocID="{03089003-00A8-4B9C-919A-DFACE1BBEE3D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30C83C45-8BD5-484C-9455-7AB87C9FA434}" type="pres">
      <dgm:prSet presAssocID="{03089003-00A8-4B9C-919A-DFACE1BBEE3D}" presName="wedge3" presStyleLbl="node1" presStyleIdx="2" presStyleCnt="3"/>
      <dgm:spPr/>
    </dgm:pt>
    <dgm:pt modelId="{511948C6-0147-4116-AA50-3B56E24C82B8}" type="pres">
      <dgm:prSet presAssocID="{03089003-00A8-4B9C-919A-DFACE1BBEE3D}" presName="dummy3a" presStyleCnt="0"/>
      <dgm:spPr/>
    </dgm:pt>
    <dgm:pt modelId="{99E57C71-3252-4860-A505-36486398712A}" type="pres">
      <dgm:prSet presAssocID="{03089003-00A8-4B9C-919A-DFACE1BBEE3D}" presName="dummy3b" presStyleCnt="0"/>
      <dgm:spPr/>
    </dgm:pt>
    <dgm:pt modelId="{C07EFDF0-3702-43A4-8C73-C835A2E07DDA}" type="pres">
      <dgm:prSet presAssocID="{03089003-00A8-4B9C-919A-DFACE1BBEE3D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  <dgm:pt modelId="{F8421A67-D7B0-42DB-A435-7BD2CCFA0E65}" type="pres">
      <dgm:prSet presAssocID="{282896CC-A607-4148-8B65-D1DBCE80A80A}" presName="arrowWedge1" presStyleLbl="fgSibTrans2D1" presStyleIdx="0" presStyleCnt="3"/>
      <dgm:spPr/>
    </dgm:pt>
    <dgm:pt modelId="{649BFBAB-2880-46F9-9FC8-B151F196C55F}" type="pres">
      <dgm:prSet presAssocID="{C0C0EF66-06DB-4AEE-8806-7DA6BBD9B469}" presName="arrowWedge2" presStyleLbl="fgSibTrans2D1" presStyleIdx="1" presStyleCnt="3"/>
      <dgm:spPr/>
    </dgm:pt>
    <dgm:pt modelId="{1C09FADD-E1C0-4655-9300-C768B4166DB8}" type="pres">
      <dgm:prSet presAssocID="{1922D10D-524B-4D45-8E58-0A073BFAD10C}" presName="arrowWedge3" presStyleLbl="fgSibTrans2D1" presStyleIdx="2" presStyleCnt="3"/>
      <dgm:spPr/>
    </dgm:pt>
  </dgm:ptLst>
  <dgm:cxnLst>
    <dgm:cxn modelId="{5357110F-F1B8-4D8D-BDC5-1F4E51FE76DA}" type="presOf" srcId="{3B120C25-E2FF-4516-9CD0-31E70EFD77E2}" destId="{59AD530F-5B29-41BB-86C9-F5709458B93F}" srcOrd="1" destOrd="0" presId="urn:microsoft.com/office/officeart/2005/8/layout/cycle8"/>
    <dgm:cxn modelId="{5414EC10-30D6-4459-8B84-931FD36B887A}" srcId="{03089003-00A8-4B9C-919A-DFACE1BBEE3D}" destId="{B3BB7E30-BEDF-46C3-9D01-FA731A53A838}" srcOrd="0" destOrd="0" parTransId="{185F8D96-6A95-43D4-97B5-E43B208C96A4}" sibTransId="{282896CC-A607-4148-8B65-D1DBCE80A80A}"/>
    <dgm:cxn modelId="{EF868322-17A5-4E8F-B38A-E50292ADD2E0}" type="presOf" srcId="{3B120C25-E2FF-4516-9CD0-31E70EFD77E2}" destId="{79102501-22C3-4B54-B142-70A81ABC3BBD}" srcOrd="0" destOrd="0" presId="urn:microsoft.com/office/officeart/2005/8/layout/cycle8"/>
    <dgm:cxn modelId="{C525CE65-B23D-4EF5-85D5-9613881E1D9A}" type="presOf" srcId="{3DF57481-D427-4289-A312-0AB7A53632C1}" destId="{30C83C45-8BD5-484C-9455-7AB87C9FA434}" srcOrd="0" destOrd="0" presId="urn:microsoft.com/office/officeart/2005/8/layout/cycle8"/>
    <dgm:cxn modelId="{F4DC378F-9A0E-4E3E-B420-79BFFAF84AD3}" srcId="{03089003-00A8-4B9C-919A-DFACE1BBEE3D}" destId="{3DF57481-D427-4289-A312-0AB7A53632C1}" srcOrd="2" destOrd="0" parTransId="{6E9F2D84-00E7-4537-A8FF-1B4FC5539A2D}" sibTransId="{1922D10D-524B-4D45-8E58-0A073BFAD10C}"/>
    <dgm:cxn modelId="{37BB3598-F7E8-4651-9C0A-2DE823041127}" type="presOf" srcId="{3DF57481-D427-4289-A312-0AB7A53632C1}" destId="{C07EFDF0-3702-43A4-8C73-C835A2E07DDA}" srcOrd="1" destOrd="0" presId="urn:microsoft.com/office/officeart/2005/8/layout/cycle8"/>
    <dgm:cxn modelId="{BBF5BA9A-62A5-4356-A531-34C95591ED78}" srcId="{03089003-00A8-4B9C-919A-DFACE1BBEE3D}" destId="{3B120C25-E2FF-4516-9CD0-31E70EFD77E2}" srcOrd="1" destOrd="0" parTransId="{0C1F28EF-C116-4313-8D9B-2F8A9941B368}" sibTransId="{C0C0EF66-06DB-4AEE-8806-7DA6BBD9B469}"/>
    <dgm:cxn modelId="{1ECAC0BD-F5BC-4B49-83CE-C36F1C1E3CBC}" type="presOf" srcId="{B3BB7E30-BEDF-46C3-9D01-FA731A53A838}" destId="{36D0334A-E00A-4521-A3EC-55AA56656ED9}" srcOrd="1" destOrd="0" presId="urn:microsoft.com/office/officeart/2005/8/layout/cycle8"/>
    <dgm:cxn modelId="{1B28DCC9-D3BC-41D2-AC52-91DA4DA02216}" type="presOf" srcId="{03089003-00A8-4B9C-919A-DFACE1BBEE3D}" destId="{ED9003A3-BE47-4845-B2C4-C21B298D086C}" srcOrd="0" destOrd="0" presId="urn:microsoft.com/office/officeart/2005/8/layout/cycle8"/>
    <dgm:cxn modelId="{39BEF7E7-EF74-4F76-B4DA-C27A79B07A67}" type="presOf" srcId="{B3BB7E30-BEDF-46C3-9D01-FA731A53A838}" destId="{1706DB06-3BE4-4529-ACDF-E42369DFE34A}" srcOrd="0" destOrd="0" presId="urn:microsoft.com/office/officeart/2005/8/layout/cycle8"/>
    <dgm:cxn modelId="{62CE1EDC-E674-488D-BE4A-CDD6BBD42639}" type="presParOf" srcId="{ED9003A3-BE47-4845-B2C4-C21B298D086C}" destId="{1706DB06-3BE4-4529-ACDF-E42369DFE34A}" srcOrd="0" destOrd="0" presId="urn:microsoft.com/office/officeart/2005/8/layout/cycle8"/>
    <dgm:cxn modelId="{7EB2E3D3-6939-421A-A9C8-6B02FEA00388}" type="presParOf" srcId="{ED9003A3-BE47-4845-B2C4-C21B298D086C}" destId="{E9E8CAEC-1556-49F3-A578-3850AA283883}" srcOrd="1" destOrd="0" presId="urn:microsoft.com/office/officeart/2005/8/layout/cycle8"/>
    <dgm:cxn modelId="{98FEC87B-6258-42C5-9C0F-D8F3509F0F33}" type="presParOf" srcId="{ED9003A3-BE47-4845-B2C4-C21B298D086C}" destId="{9D31F608-5C18-40DF-B1A2-4C2803EDCAB3}" srcOrd="2" destOrd="0" presId="urn:microsoft.com/office/officeart/2005/8/layout/cycle8"/>
    <dgm:cxn modelId="{628FBAFD-0355-4C5A-B5DE-4E07B92D73FF}" type="presParOf" srcId="{ED9003A3-BE47-4845-B2C4-C21B298D086C}" destId="{36D0334A-E00A-4521-A3EC-55AA56656ED9}" srcOrd="3" destOrd="0" presId="urn:microsoft.com/office/officeart/2005/8/layout/cycle8"/>
    <dgm:cxn modelId="{87A5321C-BFA7-4859-ACA4-FC820E18DFDE}" type="presParOf" srcId="{ED9003A3-BE47-4845-B2C4-C21B298D086C}" destId="{79102501-22C3-4B54-B142-70A81ABC3BBD}" srcOrd="4" destOrd="0" presId="urn:microsoft.com/office/officeart/2005/8/layout/cycle8"/>
    <dgm:cxn modelId="{D99D4862-D8E5-479D-9CEB-F1B059FEE06B}" type="presParOf" srcId="{ED9003A3-BE47-4845-B2C4-C21B298D086C}" destId="{84DDD0A6-FE27-49DE-854D-102159304E6F}" srcOrd="5" destOrd="0" presId="urn:microsoft.com/office/officeart/2005/8/layout/cycle8"/>
    <dgm:cxn modelId="{0E7CDDB2-4FED-456C-B8BE-7471EA5DB760}" type="presParOf" srcId="{ED9003A3-BE47-4845-B2C4-C21B298D086C}" destId="{5C1DE77B-A038-4591-82BA-4E18FF783952}" srcOrd="6" destOrd="0" presId="urn:microsoft.com/office/officeart/2005/8/layout/cycle8"/>
    <dgm:cxn modelId="{63DDB5E0-A946-4803-8255-0D685147509D}" type="presParOf" srcId="{ED9003A3-BE47-4845-B2C4-C21B298D086C}" destId="{59AD530F-5B29-41BB-86C9-F5709458B93F}" srcOrd="7" destOrd="0" presId="urn:microsoft.com/office/officeart/2005/8/layout/cycle8"/>
    <dgm:cxn modelId="{19FBD208-AC1D-4DED-9BA2-9FBF1E50A724}" type="presParOf" srcId="{ED9003A3-BE47-4845-B2C4-C21B298D086C}" destId="{30C83C45-8BD5-484C-9455-7AB87C9FA434}" srcOrd="8" destOrd="0" presId="urn:microsoft.com/office/officeart/2005/8/layout/cycle8"/>
    <dgm:cxn modelId="{5C89525E-34BF-40F8-BBC9-23749A15264F}" type="presParOf" srcId="{ED9003A3-BE47-4845-B2C4-C21B298D086C}" destId="{511948C6-0147-4116-AA50-3B56E24C82B8}" srcOrd="9" destOrd="0" presId="urn:microsoft.com/office/officeart/2005/8/layout/cycle8"/>
    <dgm:cxn modelId="{632477EB-761D-4A4C-AA47-34304EC46615}" type="presParOf" srcId="{ED9003A3-BE47-4845-B2C4-C21B298D086C}" destId="{99E57C71-3252-4860-A505-36486398712A}" srcOrd="10" destOrd="0" presId="urn:microsoft.com/office/officeart/2005/8/layout/cycle8"/>
    <dgm:cxn modelId="{5B86B755-C3F9-4C0B-B499-F8996C75A6D0}" type="presParOf" srcId="{ED9003A3-BE47-4845-B2C4-C21B298D086C}" destId="{C07EFDF0-3702-43A4-8C73-C835A2E07DDA}" srcOrd="11" destOrd="0" presId="urn:microsoft.com/office/officeart/2005/8/layout/cycle8"/>
    <dgm:cxn modelId="{F11F4E50-2C23-4CF5-8EA8-AA92926206D8}" type="presParOf" srcId="{ED9003A3-BE47-4845-B2C4-C21B298D086C}" destId="{F8421A67-D7B0-42DB-A435-7BD2CCFA0E65}" srcOrd="12" destOrd="0" presId="urn:microsoft.com/office/officeart/2005/8/layout/cycle8"/>
    <dgm:cxn modelId="{3849EBA6-5063-45DE-9583-BB53F24DB82F}" type="presParOf" srcId="{ED9003A3-BE47-4845-B2C4-C21B298D086C}" destId="{649BFBAB-2880-46F9-9FC8-B151F196C55F}" srcOrd="13" destOrd="0" presId="urn:microsoft.com/office/officeart/2005/8/layout/cycle8"/>
    <dgm:cxn modelId="{2BC1C00E-8F82-4DFC-846B-99EF48D64AB8}" type="presParOf" srcId="{ED9003A3-BE47-4845-B2C4-C21B298D086C}" destId="{1C09FADD-E1C0-4655-9300-C768B4166DB8}" srcOrd="1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8BCC47C-90D6-497E-83A5-3964DE1FF7A5}" type="doc">
      <dgm:prSet loTypeId="urn:microsoft.com/office/officeart/2005/8/layout/target3" loCatId="relationship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cs-CZ"/>
        </a:p>
      </dgm:t>
    </dgm:pt>
    <dgm:pt modelId="{75E87F63-0DC4-4160-A4F2-A510D5230D32}">
      <dgm:prSet phldrT="[Text]" custT="1"/>
      <dgm:spPr/>
      <dgm:t>
        <a:bodyPr/>
        <a:lstStyle/>
        <a:p>
          <a:r>
            <a:rPr lang="cs-CZ" sz="4000" dirty="0">
              <a:solidFill>
                <a:srgbClr val="5B9BD5"/>
              </a:solidFill>
            </a:rPr>
            <a:t>Fyzické</a:t>
          </a:r>
        </a:p>
      </dgm:t>
    </dgm:pt>
    <dgm:pt modelId="{D0AC134B-4B19-428C-BDBB-6344379F09EA}" type="parTrans" cxnId="{9A59E44F-4FC0-4623-AE8C-7359E4DF682E}">
      <dgm:prSet/>
      <dgm:spPr/>
      <dgm:t>
        <a:bodyPr/>
        <a:lstStyle/>
        <a:p>
          <a:endParaRPr lang="cs-CZ"/>
        </a:p>
      </dgm:t>
    </dgm:pt>
    <dgm:pt modelId="{F488261A-BBCB-41CD-B2B2-5891B35F5867}" type="sibTrans" cxnId="{9A59E44F-4FC0-4623-AE8C-7359E4DF682E}">
      <dgm:prSet/>
      <dgm:spPr/>
      <dgm:t>
        <a:bodyPr/>
        <a:lstStyle/>
        <a:p>
          <a:endParaRPr lang="cs-CZ"/>
        </a:p>
      </dgm:t>
    </dgm:pt>
    <dgm:pt modelId="{70B315F9-22A8-4BA1-BF46-F6B505EC735A}">
      <dgm:prSet phldrT="[Text]"/>
      <dgm:spPr/>
      <dgm:t>
        <a:bodyPr/>
        <a:lstStyle/>
        <a:p>
          <a:r>
            <a:rPr lang="cs-CZ" dirty="0" err="1"/>
            <a:t>Geographic</a:t>
          </a:r>
          <a:r>
            <a:rPr lang="cs-CZ" dirty="0"/>
            <a:t> </a:t>
          </a:r>
          <a:r>
            <a:rPr lang="cs-CZ" dirty="0" err="1"/>
            <a:t>component</a:t>
          </a:r>
          <a:endParaRPr lang="cs-CZ" dirty="0"/>
        </a:p>
      </dgm:t>
    </dgm:pt>
    <dgm:pt modelId="{1AE99AC5-F5EF-43B0-9F99-63365F0BDC9E}" type="parTrans" cxnId="{8966C18A-AEEB-43C3-9E4F-A9835515C168}">
      <dgm:prSet/>
      <dgm:spPr/>
      <dgm:t>
        <a:bodyPr/>
        <a:lstStyle/>
        <a:p>
          <a:endParaRPr lang="cs-CZ"/>
        </a:p>
      </dgm:t>
    </dgm:pt>
    <dgm:pt modelId="{CA58DAF9-821B-459A-9BE0-E11A67D0639E}" type="sibTrans" cxnId="{8966C18A-AEEB-43C3-9E4F-A9835515C168}">
      <dgm:prSet/>
      <dgm:spPr/>
      <dgm:t>
        <a:bodyPr/>
        <a:lstStyle/>
        <a:p>
          <a:endParaRPr lang="cs-CZ"/>
        </a:p>
      </dgm:t>
    </dgm:pt>
    <dgm:pt modelId="{AC9D6007-A0D8-4C97-BA11-068AE1DFCE39}">
      <dgm:prSet phldrT="[Text]"/>
      <dgm:spPr/>
      <dgm:t>
        <a:bodyPr/>
        <a:lstStyle/>
        <a:p>
          <a:r>
            <a:rPr lang="cs-CZ" dirty="0"/>
            <a:t>Fyzické síťové komponenty</a:t>
          </a:r>
        </a:p>
      </dgm:t>
    </dgm:pt>
    <dgm:pt modelId="{2D867727-5378-4FAE-9E76-6200F4B9C3FD}" type="parTrans" cxnId="{221726F4-1C40-4148-8478-18A4FFFD376B}">
      <dgm:prSet/>
      <dgm:spPr/>
      <dgm:t>
        <a:bodyPr/>
        <a:lstStyle/>
        <a:p>
          <a:endParaRPr lang="cs-CZ"/>
        </a:p>
      </dgm:t>
    </dgm:pt>
    <dgm:pt modelId="{DF8A50F7-91E9-4154-BCE1-E6264E81E478}" type="sibTrans" cxnId="{221726F4-1C40-4148-8478-18A4FFFD376B}">
      <dgm:prSet/>
      <dgm:spPr/>
      <dgm:t>
        <a:bodyPr/>
        <a:lstStyle/>
        <a:p>
          <a:endParaRPr lang="cs-CZ"/>
        </a:p>
      </dgm:t>
    </dgm:pt>
    <dgm:pt modelId="{75E6591B-4983-4BEE-9213-807C996FC8B0}">
      <dgm:prSet phldrT="[Text]" custT="1"/>
      <dgm:spPr/>
      <dgm:t>
        <a:bodyPr/>
        <a:lstStyle/>
        <a:p>
          <a:r>
            <a:rPr lang="cs-CZ" sz="4000" dirty="0">
              <a:solidFill>
                <a:srgbClr val="4DC58D"/>
              </a:solidFill>
            </a:rPr>
            <a:t>Logické</a:t>
          </a:r>
        </a:p>
      </dgm:t>
    </dgm:pt>
    <dgm:pt modelId="{4A31E507-D4C7-427E-BA41-7F913399CEA0}" type="parTrans" cxnId="{1F0FC8FE-7BDC-4C16-B1B2-32D909B887DF}">
      <dgm:prSet/>
      <dgm:spPr/>
      <dgm:t>
        <a:bodyPr/>
        <a:lstStyle/>
        <a:p>
          <a:endParaRPr lang="cs-CZ"/>
        </a:p>
      </dgm:t>
    </dgm:pt>
    <dgm:pt modelId="{5F14709A-003A-440F-93D5-48D2971D80B9}" type="sibTrans" cxnId="{1F0FC8FE-7BDC-4C16-B1B2-32D909B887DF}">
      <dgm:prSet/>
      <dgm:spPr/>
      <dgm:t>
        <a:bodyPr/>
        <a:lstStyle/>
        <a:p>
          <a:endParaRPr lang="cs-CZ"/>
        </a:p>
      </dgm:t>
    </dgm:pt>
    <dgm:pt modelId="{80B1E40C-1EE6-4B65-95DC-6FB77A3FE213}">
      <dgm:prSet phldrT="[Text]"/>
      <dgm:spPr/>
      <dgm:t>
        <a:bodyPr/>
        <a:lstStyle/>
        <a:p>
          <a:r>
            <a:rPr lang="cs-CZ" dirty="0"/>
            <a:t>Logická síťová struktura</a:t>
          </a:r>
        </a:p>
      </dgm:t>
    </dgm:pt>
    <dgm:pt modelId="{6DDC894C-5F49-4AD7-A53F-828386743057}" type="parTrans" cxnId="{BA12C171-9C4E-4530-8368-6243DBB517E4}">
      <dgm:prSet/>
      <dgm:spPr/>
      <dgm:t>
        <a:bodyPr/>
        <a:lstStyle/>
        <a:p>
          <a:endParaRPr lang="cs-CZ"/>
        </a:p>
      </dgm:t>
    </dgm:pt>
    <dgm:pt modelId="{C39EEB56-8E6F-4010-9FA4-3DA213291D27}" type="sibTrans" cxnId="{BA12C171-9C4E-4530-8368-6243DBB517E4}">
      <dgm:prSet/>
      <dgm:spPr/>
      <dgm:t>
        <a:bodyPr/>
        <a:lstStyle/>
        <a:p>
          <a:endParaRPr lang="cs-CZ"/>
        </a:p>
      </dgm:t>
    </dgm:pt>
    <dgm:pt modelId="{64EFDB0C-274D-4C19-A6E7-CB336BC2D4B7}">
      <dgm:prSet phldrT="[Text]" custT="1"/>
      <dgm:spPr/>
      <dgm:t>
        <a:bodyPr/>
        <a:lstStyle/>
        <a:p>
          <a:r>
            <a:rPr lang="cs-CZ" sz="4000" dirty="0">
              <a:solidFill>
                <a:srgbClr val="70AD47"/>
              </a:solidFill>
            </a:rPr>
            <a:t>Sociální</a:t>
          </a:r>
        </a:p>
      </dgm:t>
    </dgm:pt>
    <dgm:pt modelId="{DE575D6B-B71D-418B-966A-EC24F3064FB3}" type="parTrans" cxnId="{CDC95494-0A17-484C-9C49-70314C2D6F52}">
      <dgm:prSet/>
      <dgm:spPr/>
      <dgm:t>
        <a:bodyPr/>
        <a:lstStyle/>
        <a:p>
          <a:endParaRPr lang="cs-CZ"/>
        </a:p>
      </dgm:t>
    </dgm:pt>
    <dgm:pt modelId="{032A347B-90D6-46E3-AB24-D724971D01C3}" type="sibTrans" cxnId="{CDC95494-0A17-484C-9C49-70314C2D6F52}">
      <dgm:prSet/>
      <dgm:spPr/>
      <dgm:t>
        <a:bodyPr/>
        <a:lstStyle/>
        <a:p>
          <a:endParaRPr lang="cs-CZ"/>
        </a:p>
      </dgm:t>
    </dgm:pt>
    <dgm:pt modelId="{26519729-B2C8-493C-B984-BB22B18B045E}">
      <dgm:prSet phldrT="[Text]"/>
      <dgm:spPr/>
      <dgm:t>
        <a:bodyPr/>
        <a:lstStyle/>
        <a:p>
          <a:r>
            <a:rPr lang="cs-CZ" dirty="0" err="1"/>
            <a:t>Kyberosobnost</a:t>
          </a:r>
          <a:endParaRPr lang="cs-CZ" dirty="0"/>
        </a:p>
      </dgm:t>
    </dgm:pt>
    <dgm:pt modelId="{7EA7BBF9-80BA-4E34-916B-56FDE7C3A819}" type="parTrans" cxnId="{EDC57BA4-2BC9-495C-BE31-857F8F8FF03D}">
      <dgm:prSet/>
      <dgm:spPr/>
      <dgm:t>
        <a:bodyPr/>
        <a:lstStyle/>
        <a:p>
          <a:endParaRPr lang="cs-CZ"/>
        </a:p>
      </dgm:t>
    </dgm:pt>
    <dgm:pt modelId="{892AFB1E-4343-4C71-A913-A968E2B0F3FE}" type="sibTrans" cxnId="{EDC57BA4-2BC9-495C-BE31-857F8F8FF03D}">
      <dgm:prSet/>
      <dgm:spPr/>
      <dgm:t>
        <a:bodyPr/>
        <a:lstStyle/>
        <a:p>
          <a:endParaRPr lang="cs-CZ"/>
        </a:p>
      </dgm:t>
    </dgm:pt>
    <dgm:pt modelId="{BAE6B82D-FC11-4702-AC70-F28AD517C97D}">
      <dgm:prSet phldrT="[Text]"/>
      <dgm:spPr/>
      <dgm:t>
        <a:bodyPr/>
        <a:lstStyle/>
        <a:p>
          <a:r>
            <a:rPr lang="cs-CZ" dirty="0"/>
            <a:t>Osobnost</a:t>
          </a:r>
        </a:p>
      </dgm:t>
    </dgm:pt>
    <dgm:pt modelId="{2CEE897F-93F0-4F07-B02F-DE1B575F1EFC}" type="parTrans" cxnId="{E1280856-EDDC-4C06-BE1B-827BE9B0181A}">
      <dgm:prSet/>
      <dgm:spPr/>
      <dgm:t>
        <a:bodyPr/>
        <a:lstStyle/>
        <a:p>
          <a:endParaRPr lang="cs-CZ"/>
        </a:p>
      </dgm:t>
    </dgm:pt>
    <dgm:pt modelId="{A812E2CE-B4C4-47FB-B073-7C6F79CD136A}" type="sibTrans" cxnId="{E1280856-EDDC-4C06-BE1B-827BE9B0181A}">
      <dgm:prSet/>
      <dgm:spPr/>
      <dgm:t>
        <a:bodyPr/>
        <a:lstStyle/>
        <a:p>
          <a:endParaRPr lang="cs-CZ"/>
        </a:p>
      </dgm:t>
    </dgm:pt>
    <dgm:pt modelId="{25539A88-3CE8-45DF-A739-3E7E4D015B2C}" type="pres">
      <dgm:prSet presAssocID="{28BCC47C-90D6-497E-83A5-3964DE1FF7A5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3E7D1A40-BB59-4DA1-9AAF-F02D4CD5DCC2}" type="pres">
      <dgm:prSet presAssocID="{75E87F63-0DC4-4160-A4F2-A510D5230D32}" presName="circle1" presStyleLbl="node1" presStyleIdx="0" presStyleCnt="3" custLinFactNeighborX="-1072" custLinFactNeighborY="-656"/>
      <dgm:spPr/>
    </dgm:pt>
    <dgm:pt modelId="{6ADA8CDD-3B74-4A8C-B448-FBEA52DC3949}" type="pres">
      <dgm:prSet presAssocID="{75E87F63-0DC4-4160-A4F2-A510D5230D32}" presName="space" presStyleCnt="0"/>
      <dgm:spPr/>
    </dgm:pt>
    <dgm:pt modelId="{A5D80C88-D1CB-4F5B-933F-95085143C6E2}" type="pres">
      <dgm:prSet presAssocID="{75E87F63-0DC4-4160-A4F2-A510D5230D32}" presName="rect1" presStyleLbl="alignAcc1" presStyleIdx="0" presStyleCnt="3"/>
      <dgm:spPr/>
    </dgm:pt>
    <dgm:pt modelId="{50A91BAC-2895-48DF-9995-C8E15875F6DD}" type="pres">
      <dgm:prSet presAssocID="{75E6591B-4983-4BEE-9213-807C996FC8B0}" presName="vertSpace2" presStyleLbl="node1" presStyleIdx="0" presStyleCnt="3"/>
      <dgm:spPr/>
    </dgm:pt>
    <dgm:pt modelId="{95E59AB7-3E0E-49E0-A3A5-5D00572E868D}" type="pres">
      <dgm:prSet presAssocID="{75E6591B-4983-4BEE-9213-807C996FC8B0}" presName="circle2" presStyleLbl="node1" presStyleIdx="1" presStyleCnt="3"/>
      <dgm:spPr/>
    </dgm:pt>
    <dgm:pt modelId="{A55F09BF-BE25-467D-8644-C6168C2CEA8F}" type="pres">
      <dgm:prSet presAssocID="{75E6591B-4983-4BEE-9213-807C996FC8B0}" presName="rect2" presStyleLbl="alignAcc1" presStyleIdx="1" presStyleCnt="3" custLinFactNeighborX="174" custLinFactNeighborY="-121"/>
      <dgm:spPr/>
    </dgm:pt>
    <dgm:pt modelId="{B472F06F-BC9F-4C78-ABEC-58AD54C40C29}" type="pres">
      <dgm:prSet presAssocID="{64EFDB0C-274D-4C19-A6E7-CB336BC2D4B7}" presName="vertSpace3" presStyleLbl="node1" presStyleIdx="1" presStyleCnt="3"/>
      <dgm:spPr/>
    </dgm:pt>
    <dgm:pt modelId="{CFB9B191-C490-41E8-A377-71EBECD94BCF}" type="pres">
      <dgm:prSet presAssocID="{64EFDB0C-274D-4C19-A6E7-CB336BC2D4B7}" presName="circle3" presStyleLbl="node1" presStyleIdx="2" presStyleCnt="3"/>
      <dgm:spPr/>
    </dgm:pt>
    <dgm:pt modelId="{50004231-60DF-4BE4-B3D9-D38A4FA8C22A}" type="pres">
      <dgm:prSet presAssocID="{64EFDB0C-274D-4C19-A6E7-CB336BC2D4B7}" presName="rect3" presStyleLbl="alignAcc1" presStyleIdx="2" presStyleCnt="3"/>
      <dgm:spPr/>
    </dgm:pt>
    <dgm:pt modelId="{C40055F6-689E-4419-90F1-900DC5F84662}" type="pres">
      <dgm:prSet presAssocID="{75E87F63-0DC4-4160-A4F2-A510D5230D32}" presName="rect1ParTx" presStyleLbl="alignAcc1" presStyleIdx="2" presStyleCnt="3">
        <dgm:presLayoutVars>
          <dgm:chMax val="1"/>
          <dgm:bulletEnabled val="1"/>
        </dgm:presLayoutVars>
      </dgm:prSet>
      <dgm:spPr/>
    </dgm:pt>
    <dgm:pt modelId="{48F375CC-7324-4DFC-B6D7-97F5249CC2D2}" type="pres">
      <dgm:prSet presAssocID="{75E87F63-0DC4-4160-A4F2-A510D5230D32}" presName="rect1ChTx" presStyleLbl="alignAcc1" presStyleIdx="2" presStyleCnt="3">
        <dgm:presLayoutVars>
          <dgm:bulletEnabled val="1"/>
        </dgm:presLayoutVars>
      </dgm:prSet>
      <dgm:spPr/>
    </dgm:pt>
    <dgm:pt modelId="{D1DD79E8-ED93-413B-AA1E-28B18F69A1DA}" type="pres">
      <dgm:prSet presAssocID="{75E6591B-4983-4BEE-9213-807C996FC8B0}" presName="rect2ParTx" presStyleLbl="alignAcc1" presStyleIdx="2" presStyleCnt="3">
        <dgm:presLayoutVars>
          <dgm:chMax val="1"/>
          <dgm:bulletEnabled val="1"/>
        </dgm:presLayoutVars>
      </dgm:prSet>
      <dgm:spPr/>
    </dgm:pt>
    <dgm:pt modelId="{31A28F1C-52F3-4BE5-95FC-200E861E0468}" type="pres">
      <dgm:prSet presAssocID="{75E6591B-4983-4BEE-9213-807C996FC8B0}" presName="rect2ChTx" presStyleLbl="alignAcc1" presStyleIdx="2" presStyleCnt="3">
        <dgm:presLayoutVars>
          <dgm:bulletEnabled val="1"/>
        </dgm:presLayoutVars>
      </dgm:prSet>
      <dgm:spPr/>
    </dgm:pt>
    <dgm:pt modelId="{68A16F39-EBA4-43B4-990C-1233F8AAE016}" type="pres">
      <dgm:prSet presAssocID="{64EFDB0C-274D-4C19-A6E7-CB336BC2D4B7}" presName="rect3ParTx" presStyleLbl="alignAcc1" presStyleIdx="2" presStyleCnt="3">
        <dgm:presLayoutVars>
          <dgm:chMax val="1"/>
          <dgm:bulletEnabled val="1"/>
        </dgm:presLayoutVars>
      </dgm:prSet>
      <dgm:spPr/>
    </dgm:pt>
    <dgm:pt modelId="{98BB3A2A-D182-4B15-8397-C008199EDC5D}" type="pres">
      <dgm:prSet presAssocID="{64EFDB0C-274D-4C19-A6E7-CB336BC2D4B7}" presName="rect3ChTx" presStyleLbl="alignAcc1" presStyleIdx="2" presStyleCnt="3">
        <dgm:presLayoutVars>
          <dgm:bulletEnabled val="1"/>
        </dgm:presLayoutVars>
      </dgm:prSet>
      <dgm:spPr/>
    </dgm:pt>
  </dgm:ptLst>
  <dgm:cxnLst>
    <dgm:cxn modelId="{E1925C03-D668-4C71-BD4F-581D065B2F0B}" type="presOf" srcId="{80B1E40C-1EE6-4B65-95DC-6FB77A3FE213}" destId="{31A28F1C-52F3-4BE5-95FC-200E861E0468}" srcOrd="0" destOrd="0" presId="urn:microsoft.com/office/officeart/2005/8/layout/target3"/>
    <dgm:cxn modelId="{5C8ACB1B-1439-47D1-A686-52BD3A26EB85}" type="presOf" srcId="{70B315F9-22A8-4BA1-BF46-F6B505EC735A}" destId="{48F375CC-7324-4DFC-B6D7-97F5249CC2D2}" srcOrd="0" destOrd="0" presId="urn:microsoft.com/office/officeart/2005/8/layout/target3"/>
    <dgm:cxn modelId="{9D4D5C33-0B9B-463E-A925-111551562187}" type="presOf" srcId="{AC9D6007-A0D8-4C97-BA11-068AE1DFCE39}" destId="{48F375CC-7324-4DFC-B6D7-97F5249CC2D2}" srcOrd="0" destOrd="1" presId="urn:microsoft.com/office/officeart/2005/8/layout/target3"/>
    <dgm:cxn modelId="{0445A067-3116-4373-B135-C13C178171AD}" type="presOf" srcId="{75E6591B-4983-4BEE-9213-807C996FC8B0}" destId="{D1DD79E8-ED93-413B-AA1E-28B18F69A1DA}" srcOrd="1" destOrd="0" presId="urn:microsoft.com/office/officeart/2005/8/layout/target3"/>
    <dgm:cxn modelId="{0A450E4A-8281-438E-B32F-B9574660802C}" type="presOf" srcId="{64EFDB0C-274D-4C19-A6E7-CB336BC2D4B7}" destId="{68A16F39-EBA4-43B4-990C-1233F8AAE016}" srcOrd="1" destOrd="0" presId="urn:microsoft.com/office/officeart/2005/8/layout/target3"/>
    <dgm:cxn modelId="{D7079A4A-F91A-464B-8967-031B64F77180}" type="presOf" srcId="{75E87F63-0DC4-4160-A4F2-A510D5230D32}" destId="{A5D80C88-D1CB-4F5B-933F-95085143C6E2}" srcOrd="0" destOrd="0" presId="urn:microsoft.com/office/officeart/2005/8/layout/target3"/>
    <dgm:cxn modelId="{9A59E44F-4FC0-4623-AE8C-7359E4DF682E}" srcId="{28BCC47C-90D6-497E-83A5-3964DE1FF7A5}" destId="{75E87F63-0DC4-4160-A4F2-A510D5230D32}" srcOrd="0" destOrd="0" parTransId="{D0AC134B-4B19-428C-BDBB-6344379F09EA}" sibTransId="{F488261A-BBCB-41CD-B2B2-5891B35F5867}"/>
    <dgm:cxn modelId="{BA12C171-9C4E-4530-8368-6243DBB517E4}" srcId="{75E6591B-4983-4BEE-9213-807C996FC8B0}" destId="{80B1E40C-1EE6-4B65-95DC-6FB77A3FE213}" srcOrd="0" destOrd="0" parTransId="{6DDC894C-5F49-4AD7-A53F-828386743057}" sibTransId="{C39EEB56-8E6F-4010-9FA4-3DA213291D27}"/>
    <dgm:cxn modelId="{894C0852-C217-447E-8888-7AE4C9574815}" type="presOf" srcId="{BAE6B82D-FC11-4702-AC70-F28AD517C97D}" destId="{98BB3A2A-D182-4B15-8397-C008199EDC5D}" srcOrd="0" destOrd="1" presId="urn:microsoft.com/office/officeart/2005/8/layout/target3"/>
    <dgm:cxn modelId="{E1280856-EDDC-4C06-BE1B-827BE9B0181A}" srcId="{64EFDB0C-274D-4C19-A6E7-CB336BC2D4B7}" destId="{BAE6B82D-FC11-4702-AC70-F28AD517C97D}" srcOrd="1" destOrd="0" parTransId="{2CEE897F-93F0-4F07-B02F-DE1B575F1EFC}" sibTransId="{A812E2CE-B4C4-47FB-B073-7C6F79CD136A}"/>
    <dgm:cxn modelId="{8966C18A-AEEB-43C3-9E4F-A9835515C168}" srcId="{75E87F63-0DC4-4160-A4F2-A510D5230D32}" destId="{70B315F9-22A8-4BA1-BF46-F6B505EC735A}" srcOrd="0" destOrd="0" parTransId="{1AE99AC5-F5EF-43B0-9F99-63365F0BDC9E}" sibTransId="{CA58DAF9-821B-459A-9BE0-E11A67D0639E}"/>
    <dgm:cxn modelId="{8F1D2C91-FD1E-4DFF-878E-C43E58B8625F}" type="presOf" srcId="{75E87F63-0DC4-4160-A4F2-A510D5230D32}" destId="{C40055F6-689E-4419-90F1-900DC5F84662}" srcOrd="1" destOrd="0" presId="urn:microsoft.com/office/officeart/2005/8/layout/target3"/>
    <dgm:cxn modelId="{CDC95494-0A17-484C-9C49-70314C2D6F52}" srcId="{28BCC47C-90D6-497E-83A5-3964DE1FF7A5}" destId="{64EFDB0C-274D-4C19-A6E7-CB336BC2D4B7}" srcOrd="2" destOrd="0" parTransId="{DE575D6B-B71D-418B-966A-EC24F3064FB3}" sibTransId="{032A347B-90D6-46E3-AB24-D724971D01C3}"/>
    <dgm:cxn modelId="{38D47A99-0893-4021-BBDB-94A6BDD91AC7}" type="presOf" srcId="{64EFDB0C-274D-4C19-A6E7-CB336BC2D4B7}" destId="{50004231-60DF-4BE4-B3D9-D38A4FA8C22A}" srcOrd="0" destOrd="0" presId="urn:microsoft.com/office/officeart/2005/8/layout/target3"/>
    <dgm:cxn modelId="{EDC57BA4-2BC9-495C-BE31-857F8F8FF03D}" srcId="{64EFDB0C-274D-4C19-A6E7-CB336BC2D4B7}" destId="{26519729-B2C8-493C-B984-BB22B18B045E}" srcOrd="0" destOrd="0" parTransId="{7EA7BBF9-80BA-4E34-916B-56FDE7C3A819}" sibTransId="{892AFB1E-4343-4C71-A913-A968E2B0F3FE}"/>
    <dgm:cxn modelId="{E7FD4EB1-2A47-4152-8EA6-E1FE93BFF1E5}" type="presOf" srcId="{28BCC47C-90D6-497E-83A5-3964DE1FF7A5}" destId="{25539A88-3CE8-45DF-A739-3E7E4D015B2C}" srcOrd="0" destOrd="0" presId="urn:microsoft.com/office/officeart/2005/8/layout/target3"/>
    <dgm:cxn modelId="{35FBA5D0-EDAC-4542-AEA2-1D1C023758B0}" type="presOf" srcId="{26519729-B2C8-493C-B984-BB22B18B045E}" destId="{98BB3A2A-D182-4B15-8397-C008199EDC5D}" srcOrd="0" destOrd="0" presId="urn:microsoft.com/office/officeart/2005/8/layout/target3"/>
    <dgm:cxn modelId="{5D758DDA-C94E-4D03-A6BB-C9093D1BEA6D}" type="presOf" srcId="{75E6591B-4983-4BEE-9213-807C996FC8B0}" destId="{A55F09BF-BE25-467D-8644-C6168C2CEA8F}" srcOrd="0" destOrd="0" presId="urn:microsoft.com/office/officeart/2005/8/layout/target3"/>
    <dgm:cxn modelId="{221726F4-1C40-4148-8478-18A4FFFD376B}" srcId="{75E87F63-0DC4-4160-A4F2-A510D5230D32}" destId="{AC9D6007-A0D8-4C97-BA11-068AE1DFCE39}" srcOrd="1" destOrd="0" parTransId="{2D867727-5378-4FAE-9E76-6200F4B9C3FD}" sibTransId="{DF8A50F7-91E9-4154-BCE1-E6264E81E478}"/>
    <dgm:cxn modelId="{1F0FC8FE-7BDC-4C16-B1B2-32D909B887DF}" srcId="{28BCC47C-90D6-497E-83A5-3964DE1FF7A5}" destId="{75E6591B-4983-4BEE-9213-807C996FC8B0}" srcOrd="1" destOrd="0" parTransId="{4A31E507-D4C7-427E-BA41-7F913399CEA0}" sibTransId="{5F14709A-003A-440F-93D5-48D2971D80B9}"/>
    <dgm:cxn modelId="{9994146B-EA04-483D-9ED7-834FAFD406BC}" type="presParOf" srcId="{25539A88-3CE8-45DF-A739-3E7E4D015B2C}" destId="{3E7D1A40-BB59-4DA1-9AAF-F02D4CD5DCC2}" srcOrd="0" destOrd="0" presId="urn:microsoft.com/office/officeart/2005/8/layout/target3"/>
    <dgm:cxn modelId="{889AB9E9-8BB4-4093-B128-E51D99187E2D}" type="presParOf" srcId="{25539A88-3CE8-45DF-A739-3E7E4D015B2C}" destId="{6ADA8CDD-3B74-4A8C-B448-FBEA52DC3949}" srcOrd="1" destOrd="0" presId="urn:microsoft.com/office/officeart/2005/8/layout/target3"/>
    <dgm:cxn modelId="{AEDDB040-63B6-49A8-8A5D-16071251A413}" type="presParOf" srcId="{25539A88-3CE8-45DF-A739-3E7E4D015B2C}" destId="{A5D80C88-D1CB-4F5B-933F-95085143C6E2}" srcOrd="2" destOrd="0" presId="urn:microsoft.com/office/officeart/2005/8/layout/target3"/>
    <dgm:cxn modelId="{4CEBC961-B248-47E1-AD1A-23FAAB27AF9E}" type="presParOf" srcId="{25539A88-3CE8-45DF-A739-3E7E4D015B2C}" destId="{50A91BAC-2895-48DF-9995-C8E15875F6DD}" srcOrd="3" destOrd="0" presId="urn:microsoft.com/office/officeart/2005/8/layout/target3"/>
    <dgm:cxn modelId="{41C35C50-FEA8-49B3-B503-2B063D4D1CA8}" type="presParOf" srcId="{25539A88-3CE8-45DF-A739-3E7E4D015B2C}" destId="{95E59AB7-3E0E-49E0-A3A5-5D00572E868D}" srcOrd="4" destOrd="0" presId="urn:microsoft.com/office/officeart/2005/8/layout/target3"/>
    <dgm:cxn modelId="{6AF7F576-0245-4E5A-B917-1EEB959BEDA5}" type="presParOf" srcId="{25539A88-3CE8-45DF-A739-3E7E4D015B2C}" destId="{A55F09BF-BE25-467D-8644-C6168C2CEA8F}" srcOrd="5" destOrd="0" presId="urn:microsoft.com/office/officeart/2005/8/layout/target3"/>
    <dgm:cxn modelId="{E06604DB-9127-44CD-9E3F-1876F7D85CEB}" type="presParOf" srcId="{25539A88-3CE8-45DF-A739-3E7E4D015B2C}" destId="{B472F06F-BC9F-4C78-ABEC-58AD54C40C29}" srcOrd="6" destOrd="0" presId="urn:microsoft.com/office/officeart/2005/8/layout/target3"/>
    <dgm:cxn modelId="{6FBF264C-4A29-40DD-934D-7B9EC0113AEE}" type="presParOf" srcId="{25539A88-3CE8-45DF-A739-3E7E4D015B2C}" destId="{CFB9B191-C490-41E8-A377-71EBECD94BCF}" srcOrd="7" destOrd="0" presId="urn:microsoft.com/office/officeart/2005/8/layout/target3"/>
    <dgm:cxn modelId="{77B56804-DD46-461E-A5FD-6C44D33540C3}" type="presParOf" srcId="{25539A88-3CE8-45DF-A739-3E7E4D015B2C}" destId="{50004231-60DF-4BE4-B3D9-D38A4FA8C22A}" srcOrd="8" destOrd="0" presId="urn:microsoft.com/office/officeart/2005/8/layout/target3"/>
    <dgm:cxn modelId="{A57F5860-5E23-46D5-BD80-E6D46ED710DE}" type="presParOf" srcId="{25539A88-3CE8-45DF-A739-3E7E4D015B2C}" destId="{C40055F6-689E-4419-90F1-900DC5F84662}" srcOrd="9" destOrd="0" presId="urn:microsoft.com/office/officeart/2005/8/layout/target3"/>
    <dgm:cxn modelId="{4881F449-B811-4B93-B6FC-E4AA8BA7D09A}" type="presParOf" srcId="{25539A88-3CE8-45DF-A739-3E7E4D015B2C}" destId="{48F375CC-7324-4DFC-B6D7-97F5249CC2D2}" srcOrd="10" destOrd="0" presId="urn:microsoft.com/office/officeart/2005/8/layout/target3"/>
    <dgm:cxn modelId="{2FA441E5-6E93-4B8C-BE48-0630E2EB207A}" type="presParOf" srcId="{25539A88-3CE8-45DF-A739-3E7E4D015B2C}" destId="{D1DD79E8-ED93-413B-AA1E-28B18F69A1DA}" srcOrd="11" destOrd="0" presId="urn:microsoft.com/office/officeart/2005/8/layout/target3"/>
    <dgm:cxn modelId="{885988E7-8854-43F9-A05E-82AAF9CDEE04}" type="presParOf" srcId="{25539A88-3CE8-45DF-A739-3E7E4D015B2C}" destId="{31A28F1C-52F3-4BE5-95FC-200E861E0468}" srcOrd="12" destOrd="0" presId="urn:microsoft.com/office/officeart/2005/8/layout/target3"/>
    <dgm:cxn modelId="{96BE0B1B-D82F-41AF-BEAF-45D19E12D087}" type="presParOf" srcId="{25539A88-3CE8-45DF-A739-3E7E4D015B2C}" destId="{68A16F39-EBA4-43B4-990C-1233F8AAE016}" srcOrd="13" destOrd="0" presId="urn:microsoft.com/office/officeart/2005/8/layout/target3"/>
    <dgm:cxn modelId="{A3E6D81C-9C62-494E-940D-FB25FBD01209}" type="presParOf" srcId="{25539A88-3CE8-45DF-A739-3E7E4D015B2C}" destId="{98BB3A2A-D182-4B15-8397-C008199EDC5D}" srcOrd="1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3089003-00A8-4B9C-919A-DFACE1BBEE3D}" type="doc">
      <dgm:prSet loTypeId="urn:microsoft.com/office/officeart/2005/8/layout/cycle8" loCatId="cycle" qsTypeId="urn:microsoft.com/office/officeart/2005/8/quickstyle/simple3" qsCatId="simple" csTypeId="urn:microsoft.com/office/officeart/2005/8/colors/accent1_1" csCatId="accent1" phldr="1"/>
      <dgm:spPr/>
    </dgm:pt>
    <dgm:pt modelId="{B3BB7E30-BEDF-46C3-9D01-FA731A53A838}">
      <dgm:prSet phldrT="[Text]"/>
      <dgm:spPr/>
      <dgm:t>
        <a:bodyPr/>
        <a:lstStyle/>
        <a:p>
          <a:r>
            <a:rPr lang="cs-CZ" dirty="0">
              <a:solidFill>
                <a:srgbClr val="5B9BD5"/>
              </a:solidFill>
            </a:rPr>
            <a:t>Fyzické</a:t>
          </a:r>
        </a:p>
      </dgm:t>
    </dgm:pt>
    <dgm:pt modelId="{185F8D96-6A95-43D4-97B5-E43B208C96A4}" type="parTrans" cxnId="{5414EC10-30D6-4459-8B84-931FD36B887A}">
      <dgm:prSet/>
      <dgm:spPr/>
      <dgm:t>
        <a:bodyPr/>
        <a:lstStyle/>
        <a:p>
          <a:endParaRPr lang="cs-CZ"/>
        </a:p>
      </dgm:t>
    </dgm:pt>
    <dgm:pt modelId="{282896CC-A607-4148-8B65-D1DBCE80A80A}" type="sibTrans" cxnId="{5414EC10-30D6-4459-8B84-931FD36B887A}">
      <dgm:prSet/>
      <dgm:spPr/>
      <dgm:t>
        <a:bodyPr/>
        <a:lstStyle/>
        <a:p>
          <a:endParaRPr lang="cs-CZ"/>
        </a:p>
      </dgm:t>
    </dgm:pt>
    <dgm:pt modelId="{3B120C25-E2FF-4516-9CD0-31E70EFD77E2}">
      <dgm:prSet phldrT="[Text]"/>
      <dgm:spPr/>
      <dgm:t>
        <a:bodyPr/>
        <a:lstStyle/>
        <a:p>
          <a:r>
            <a:rPr lang="cs-CZ" dirty="0">
              <a:solidFill>
                <a:srgbClr val="4DC58D"/>
              </a:solidFill>
            </a:rPr>
            <a:t>Logické</a:t>
          </a:r>
        </a:p>
      </dgm:t>
    </dgm:pt>
    <dgm:pt modelId="{0C1F28EF-C116-4313-8D9B-2F8A9941B368}" type="parTrans" cxnId="{BBF5BA9A-62A5-4356-A531-34C95591ED78}">
      <dgm:prSet/>
      <dgm:spPr/>
      <dgm:t>
        <a:bodyPr/>
        <a:lstStyle/>
        <a:p>
          <a:endParaRPr lang="cs-CZ"/>
        </a:p>
      </dgm:t>
    </dgm:pt>
    <dgm:pt modelId="{C0C0EF66-06DB-4AEE-8806-7DA6BBD9B469}" type="sibTrans" cxnId="{BBF5BA9A-62A5-4356-A531-34C95591ED78}">
      <dgm:prSet/>
      <dgm:spPr/>
      <dgm:t>
        <a:bodyPr/>
        <a:lstStyle/>
        <a:p>
          <a:endParaRPr lang="cs-CZ"/>
        </a:p>
      </dgm:t>
    </dgm:pt>
    <dgm:pt modelId="{3DF57481-D427-4289-A312-0AB7A53632C1}">
      <dgm:prSet phldrT="[Text]"/>
      <dgm:spPr/>
      <dgm:t>
        <a:bodyPr/>
        <a:lstStyle/>
        <a:p>
          <a:r>
            <a:rPr lang="cs-CZ" dirty="0">
              <a:solidFill>
                <a:srgbClr val="70AD47"/>
              </a:solidFill>
            </a:rPr>
            <a:t>Sociální</a:t>
          </a:r>
        </a:p>
      </dgm:t>
    </dgm:pt>
    <dgm:pt modelId="{6E9F2D84-00E7-4537-A8FF-1B4FC5539A2D}" type="parTrans" cxnId="{F4DC378F-9A0E-4E3E-B420-79BFFAF84AD3}">
      <dgm:prSet/>
      <dgm:spPr/>
      <dgm:t>
        <a:bodyPr/>
        <a:lstStyle/>
        <a:p>
          <a:endParaRPr lang="cs-CZ"/>
        </a:p>
      </dgm:t>
    </dgm:pt>
    <dgm:pt modelId="{1922D10D-524B-4D45-8E58-0A073BFAD10C}" type="sibTrans" cxnId="{F4DC378F-9A0E-4E3E-B420-79BFFAF84AD3}">
      <dgm:prSet/>
      <dgm:spPr/>
      <dgm:t>
        <a:bodyPr/>
        <a:lstStyle/>
        <a:p>
          <a:endParaRPr lang="cs-CZ"/>
        </a:p>
      </dgm:t>
    </dgm:pt>
    <dgm:pt modelId="{ED9003A3-BE47-4845-B2C4-C21B298D086C}" type="pres">
      <dgm:prSet presAssocID="{03089003-00A8-4B9C-919A-DFACE1BBEE3D}" presName="compositeShape" presStyleCnt="0">
        <dgm:presLayoutVars>
          <dgm:chMax val="7"/>
          <dgm:dir/>
          <dgm:resizeHandles val="exact"/>
        </dgm:presLayoutVars>
      </dgm:prSet>
      <dgm:spPr/>
    </dgm:pt>
    <dgm:pt modelId="{1706DB06-3BE4-4529-ACDF-E42369DFE34A}" type="pres">
      <dgm:prSet presAssocID="{03089003-00A8-4B9C-919A-DFACE1BBEE3D}" presName="wedge1" presStyleLbl="node1" presStyleIdx="0" presStyleCnt="3"/>
      <dgm:spPr/>
    </dgm:pt>
    <dgm:pt modelId="{E9E8CAEC-1556-49F3-A578-3850AA283883}" type="pres">
      <dgm:prSet presAssocID="{03089003-00A8-4B9C-919A-DFACE1BBEE3D}" presName="dummy1a" presStyleCnt="0"/>
      <dgm:spPr/>
    </dgm:pt>
    <dgm:pt modelId="{9D31F608-5C18-40DF-B1A2-4C2803EDCAB3}" type="pres">
      <dgm:prSet presAssocID="{03089003-00A8-4B9C-919A-DFACE1BBEE3D}" presName="dummy1b" presStyleCnt="0"/>
      <dgm:spPr/>
    </dgm:pt>
    <dgm:pt modelId="{36D0334A-E00A-4521-A3EC-55AA56656ED9}" type="pres">
      <dgm:prSet presAssocID="{03089003-00A8-4B9C-919A-DFACE1BBEE3D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79102501-22C3-4B54-B142-70A81ABC3BBD}" type="pres">
      <dgm:prSet presAssocID="{03089003-00A8-4B9C-919A-DFACE1BBEE3D}" presName="wedge2" presStyleLbl="node1" presStyleIdx="1" presStyleCnt="3"/>
      <dgm:spPr/>
    </dgm:pt>
    <dgm:pt modelId="{84DDD0A6-FE27-49DE-854D-102159304E6F}" type="pres">
      <dgm:prSet presAssocID="{03089003-00A8-4B9C-919A-DFACE1BBEE3D}" presName="dummy2a" presStyleCnt="0"/>
      <dgm:spPr/>
    </dgm:pt>
    <dgm:pt modelId="{5C1DE77B-A038-4591-82BA-4E18FF783952}" type="pres">
      <dgm:prSet presAssocID="{03089003-00A8-4B9C-919A-DFACE1BBEE3D}" presName="dummy2b" presStyleCnt="0"/>
      <dgm:spPr/>
    </dgm:pt>
    <dgm:pt modelId="{59AD530F-5B29-41BB-86C9-F5709458B93F}" type="pres">
      <dgm:prSet presAssocID="{03089003-00A8-4B9C-919A-DFACE1BBEE3D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30C83C45-8BD5-484C-9455-7AB87C9FA434}" type="pres">
      <dgm:prSet presAssocID="{03089003-00A8-4B9C-919A-DFACE1BBEE3D}" presName="wedge3" presStyleLbl="node1" presStyleIdx="2" presStyleCnt="3"/>
      <dgm:spPr/>
    </dgm:pt>
    <dgm:pt modelId="{511948C6-0147-4116-AA50-3B56E24C82B8}" type="pres">
      <dgm:prSet presAssocID="{03089003-00A8-4B9C-919A-DFACE1BBEE3D}" presName="dummy3a" presStyleCnt="0"/>
      <dgm:spPr/>
    </dgm:pt>
    <dgm:pt modelId="{99E57C71-3252-4860-A505-36486398712A}" type="pres">
      <dgm:prSet presAssocID="{03089003-00A8-4B9C-919A-DFACE1BBEE3D}" presName="dummy3b" presStyleCnt="0"/>
      <dgm:spPr/>
    </dgm:pt>
    <dgm:pt modelId="{C07EFDF0-3702-43A4-8C73-C835A2E07DDA}" type="pres">
      <dgm:prSet presAssocID="{03089003-00A8-4B9C-919A-DFACE1BBEE3D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  <dgm:pt modelId="{F8421A67-D7B0-42DB-A435-7BD2CCFA0E65}" type="pres">
      <dgm:prSet presAssocID="{282896CC-A607-4148-8B65-D1DBCE80A80A}" presName="arrowWedge1" presStyleLbl="fgSibTrans2D1" presStyleIdx="0" presStyleCnt="3"/>
      <dgm:spPr/>
    </dgm:pt>
    <dgm:pt modelId="{649BFBAB-2880-46F9-9FC8-B151F196C55F}" type="pres">
      <dgm:prSet presAssocID="{C0C0EF66-06DB-4AEE-8806-7DA6BBD9B469}" presName="arrowWedge2" presStyleLbl="fgSibTrans2D1" presStyleIdx="1" presStyleCnt="3"/>
      <dgm:spPr/>
    </dgm:pt>
    <dgm:pt modelId="{1C09FADD-E1C0-4655-9300-C768B4166DB8}" type="pres">
      <dgm:prSet presAssocID="{1922D10D-524B-4D45-8E58-0A073BFAD10C}" presName="arrowWedge3" presStyleLbl="fgSibTrans2D1" presStyleIdx="2" presStyleCnt="3"/>
      <dgm:spPr/>
    </dgm:pt>
  </dgm:ptLst>
  <dgm:cxnLst>
    <dgm:cxn modelId="{5357110F-F1B8-4D8D-BDC5-1F4E51FE76DA}" type="presOf" srcId="{3B120C25-E2FF-4516-9CD0-31E70EFD77E2}" destId="{59AD530F-5B29-41BB-86C9-F5709458B93F}" srcOrd="1" destOrd="0" presId="urn:microsoft.com/office/officeart/2005/8/layout/cycle8"/>
    <dgm:cxn modelId="{5414EC10-30D6-4459-8B84-931FD36B887A}" srcId="{03089003-00A8-4B9C-919A-DFACE1BBEE3D}" destId="{B3BB7E30-BEDF-46C3-9D01-FA731A53A838}" srcOrd="0" destOrd="0" parTransId="{185F8D96-6A95-43D4-97B5-E43B208C96A4}" sibTransId="{282896CC-A607-4148-8B65-D1DBCE80A80A}"/>
    <dgm:cxn modelId="{EF868322-17A5-4E8F-B38A-E50292ADD2E0}" type="presOf" srcId="{3B120C25-E2FF-4516-9CD0-31E70EFD77E2}" destId="{79102501-22C3-4B54-B142-70A81ABC3BBD}" srcOrd="0" destOrd="0" presId="urn:microsoft.com/office/officeart/2005/8/layout/cycle8"/>
    <dgm:cxn modelId="{C525CE65-B23D-4EF5-85D5-9613881E1D9A}" type="presOf" srcId="{3DF57481-D427-4289-A312-0AB7A53632C1}" destId="{30C83C45-8BD5-484C-9455-7AB87C9FA434}" srcOrd="0" destOrd="0" presId="urn:microsoft.com/office/officeart/2005/8/layout/cycle8"/>
    <dgm:cxn modelId="{F4DC378F-9A0E-4E3E-B420-79BFFAF84AD3}" srcId="{03089003-00A8-4B9C-919A-DFACE1BBEE3D}" destId="{3DF57481-D427-4289-A312-0AB7A53632C1}" srcOrd="2" destOrd="0" parTransId="{6E9F2D84-00E7-4537-A8FF-1B4FC5539A2D}" sibTransId="{1922D10D-524B-4D45-8E58-0A073BFAD10C}"/>
    <dgm:cxn modelId="{37BB3598-F7E8-4651-9C0A-2DE823041127}" type="presOf" srcId="{3DF57481-D427-4289-A312-0AB7A53632C1}" destId="{C07EFDF0-3702-43A4-8C73-C835A2E07DDA}" srcOrd="1" destOrd="0" presId="urn:microsoft.com/office/officeart/2005/8/layout/cycle8"/>
    <dgm:cxn modelId="{BBF5BA9A-62A5-4356-A531-34C95591ED78}" srcId="{03089003-00A8-4B9C-919A-DFACE1BBEE3D}" destId="{3B120C25-E2FF-4516-9CD0-31E70EFD77E2}" srcOrd="1" destOrd="0" parTransId="{0C1F28EF-C116-4313-8D9B-2F8A9941B368}" sibTransId="{C0C0EF66-06DB-4AEE-8806-7DA6BBD9B469}"/>
    <dgm:cxn modelId="{1ECAC0BD-F5BC-4B49-83CE-C36F1C1E3CBC}" type="presOf" srcId="{B3BB7E30-BEDF-46C3-9D01-FA731A53A838}" destId="{36D0334A-E00A-4521-A3EC-55AA56656ED9}" srcOrd="1" destOrd="0" presId="urn:microsoft.com/office/officeart/2005/8/layout/cycle8"/>
    <dgm:cxn modelId="{1B28DCC9-D3BC-41D2-AC52-91DA4DA02216}" type="presOf" srcId="{03089003-00A8-4B9C-919A-DFACE1BBEE3D}" destId="{ED9003A3-BE47-4845-B2C4-C21B298D086C}" srcOrd="0" destOrd="0" presId="urn:microsoft.com/office/officeart/2005/8/layout/cycle8"/>
    <dgm:cxn modelId="{39BEF7E7-EF74-4F76-B4DA-C27A79B07A67}" type="presOf" srcId="{B3BB7E30-BEDF-46C3-9D01-FA731A53A838}" destId="{1706DB06-3BE4-4529-ACDF-E42369DFE34A}" srcOrd="0" destOrd="0" presId="urn:microsoft.com/office/officeart/2005/8/layout/cycle8"/>
    <dgm:cxn modelId="{62CE1EDC-E674-488D-BE4A-CDD6BBD42639}" type="presParOf" srcId="{ED9003A3-BE47-4845-B2C4-C21B298D086C}" destId="{1706DB06-3BE4-4529-ACDF-E42369DFE34A}" srcOrd="0" destOrd="0" presId="urn:microsoft.com/office/officeart/2005/8/layout/cycle8"/>
    <dgm:cxn modelId="{7EB2E3D3-6939-421A-A9C8-6B02FEA00388}" type="presParOf" srcId="{ED9003A3-BE47-4845-B2C4-C21B298D086C}" destId="{E9E8CAEC-1556-49F3-A578-3850AA283883}" srcOrd="1" destOrd="0" presId="urn:microsoft.com/office/officeart/2005/8/layout/cycle8"/>
    <dgm:cxn modelId="{98FEC87B-6258-42C5-9C0F-D8F3509F0F33}" type="presParOf" srcId="{ED9003A3-BE47-4845-B2C4-C21B298D086C}" destId="{9D31F608-5C18-40DF-B1A2-4C2803EDCAB3}" srcOrd="2" destOrd="0" presId="urn:microsoft.com/office/officeart/2005/8/layout/cycle8"/>
    <dgm:cxn modelId="{628FBAFD-0355-4C5A-B5DE-4E07B92D73FF}" type="presParOf" srcId="{ED9003A3-BE47-4845-B2C4-C21B298D086C}" destId="{36D0334A-E00A-4521-A3EC-55AA56656ED9}" srcOrd="3" destOrd="0" presId="urn:microsoft.com/office/officeart/2005/8/layout/cycle8"/>
    <dgm:cxn modelId="{87A5321C-BFA7-4859-ACA4-FC820E18DFDE}" type="presParOf" srcId="{ED9003A3-BE47-4845-B2C4-C21B298D086C}" destId="{79102501-22C3-4B54-B142-70A81ABC3BBD}" srcOrd="4" destOrd="0" presId="urn:microsoft.com/office/officeart/2005/8/layout/cycle8"/>
    <dgm:cxn modelId="{D99D4862-D8E5-479D-9CEB-F1B059FEE06B}" type="presParOf" srcId="{ED9003A3-BE47-4845-B2C4-C21B298D086C}" destId="{84DDD0A6-FE27-49DE-854D-102159304E6F}" srcOrd="5" destOrd="0" presId="urn:microsoft.com/office/officeart/2005/8/layout/cycle8"/>
    <dgm:cxn modelId="{0E7CDDB2-4FED-456C-B8BE-7471EA5DB760}" type="presParOf" srcId="{ED9003A3-BE47-4845-B2C4-C21B298D086C}" destId="{5C1DE77B-A038-4591-82BA-4E18FF783952}" srcOrd="6" destOrd="0" presId="urn:microsoft.com/office/officeart/2005/8/layout/cycle8"/>
    <dgm:cxn modelId="{63DDB5E0-A946-4803-8255-0D685147509D}" type="presParOf" srcId="{ED9003A3-BE47-4845-B2C4-C21B298D086C}" destId="{59AD530F-5B29-41BB-86C9-F5709458B93F}" srcOrd="7" destOrd="0" presId="urn:microsoft.com/office/officeart/2005/8/layout/cycle8"/>
    <dgm:cxn modelId="{19FBD208-AC1D-4DED-9BA2-9FBF1E50A724}" type="presParOf" srcId="{ED9003A3-BE47-4845-B2C4-C21B298D086C}" destId="{30C83C45-8BD5-484C-9455-7AB87C9FA434}" srcOrd="8" destOrd="0" presId="urn:microsoft.com/office/officeart/2005/8/layout/cycle8"/>
    <dgm:cxn modelId="{5C89525E-34BF-40F8-BBC9-23749A15264F}" type="presParOf" srcId="{ED9003A3-BE47-4845-B2C4-C21B298D086C}" destId="{511948C6-0147-4116-AA50-3B56E24C82B8}" srcOrd="9" destOrd="0" presId="urn:microsoft.com/office/officeart/2005/8/layout/cycle8"/>
    <dgm:cxn modelId="{632477EB-761D-4A4C-AA47-34304EC46615}" type="presParOf" srcId="{ED9003A3-BE47-4845-B2C4-C21B298D086C}" destId="{99E57C71-3252-4860-A505-36486398712A}" srcOrd="10" destOrd="0" presId="urn:microsoft.com/office/officeart/2005/8/layout/cycle8"/>
    <dgm:cxn modelId="{5B86B755-C3F9-4C0B-B499-F8996C75A6D0}" type="presParOf" srcId="{ED9003A3-BE47-4845-B2C4-C21B298D086C}" destId="{C07EFDF0-3702-43A4-8C73-C835A2E07DDA}" srcOrd="11" destOrd="0" presId="urn:microsoft.com/office/officeart/2005/8/layout/cycle8"/>
    <dgm:cxn modelId="{F11F4E50-2C23-4CF5-8EA8-AA92926206D8}" type="presParOf" srcId="{ED9003A3-BE47-4845-B2C4-C21B298D086C}" destId="{F8421A67-D7B0-42DB-A435-7BD2CCFA0E65}" srcOrd="12" destOrd="0" presId="urn:microsoft.com/office/officeart/2005/8/layout/cycle8"/>
    <dgm:cxn modelId="{3849EBA6-5063-45DE-9583-BB53F24DB82F}" type="presParOf" srcId="{ED9003A3-BE47-4845-B2C4-C21B298D086C}" destId="{649BFBAB-2880-46F9-9FC8-B151F196C55F}" srcOrd="13" destOrd="0" presId="urn:microsoft.com/office/officeart/2005/8/layout/cycle8"/>
    <dgm:cxn modelId="{2BC1C00E-8F82-4DFC-846B-99EF48D64AB8}" type="presParOf" srcId="{ED9003A3-BE47-4845-B2C4-C21B298D086C}" destId="{1C09FADD-E1C0-4655-9300-C768B4166DB8}" srcOrd="1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8BCC47C-90D6-497E-83A5-3964DE1FF7A5}" type="doc">
      <dgm:prSet loTypeId="urn:microsoft.com/office/officeart/2005/8/layout/target3" loCatId="relationship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cs-CZ"/>
        </a:p>
      </dgm:t>
    </dgm:pt>
    <dgm:pt modelId="{75E87F63-0DC4-4160-A4F2-A510D5230D32}">
      <dgm:prSet phldrT="[Text]" custT="1"/>
      <dgm:spPr/>
      <dgm:t>
        <a:bodyPr/>
        <a:lstStyle/>
        <a:p>
          <a:r>
            <a:rPr lang="cs-CZ" sz="4000" dirty="0" err="1">
              <a:solidFill>
                <a:srgbClr val="5B9BD5"/>
              </a:solidFill>
            </a:rPr>
            <a:t>Dark</a:t>
          </a:r>
          <a:endParaRPr lang="cs-CZ" sz="4000" dirty="0">
            <a:solidFill>
              <a:srgbClr val="5B9BD5"/>
            </a:solidFill>
          </a:endParaRPr>
        </a:p>
      </dgm:t>
    </dgm:pt>
    <dgm:pt modelId="{D0AC134B-4B19-428C-BDBB-6344379F09EA}" type="parTrans" cxnId="{9A59E44F-4FC0-4623-AE8C-7359E4DF682E}">
      <dgm:prSet/>
      <dgm:spPr/>
      <dgm:t>
        <a:bodyPr/>
        <a:lstStyle/>
        <a:p>
          <a:endParaRPr lang="cs-CZ"/>
        </a:p>
      </dgm:t>
    </dgm:pt>
    <dgm:pt modelId="{F488261A-BBCB-41CD-B2B2-5891B35F5867}" type="sibTrans" cxnId="{9A59E44F-4FC0-4623-AE8C-7359E4DF682E}">
      <dgm:prSet/>
      <dgm:spPr/>
      <dgm:t>
        <a:bodyPr/>
        <a:lstStyle/>
        <a:p>
          <a:endParaRPr lang="cs-CZ"/>
        </a:p>
      </dgm:t>
    </dgm:pt>
    <dgm:pt modelId="{70B315F9-22A8-4BA1-BF46-F6B505EC735A}">
      <dgm:prSet phldrT="[Text]"/>
      <dgm:spPr/>
      <dgm:t>
        <a:bodyPr/>
        <a:lstStyle/>
        <a:p>
          <a:r>
            <a:rPr lang="cs-CZ" dirty="0"/>
            <a:t>Služby a data záměrně skrytá a dostupná s využitím speciálních nástrojů</a:t>
          </a:r>
        </a:p>
      </dgm:t>
    </dgm:pt>
    <dgm:pt modelId="{1AE99AC5-F5EF-43B0-9F99-63365F0BDC9E}" type="parTrans" cxnId="{8966C18A-AEEB-43C3-9E4F-A9835515C168}">
      <dgm:prSet/>
      <dgm:spPr/>
      <dgm:t>
        <a:bodyPr/>
        <a:lstStyle/>
        <a:p>
          <a:endParaRPr lang="cs-CZ"/>
        </a:p>
      </dgm:t>
    </dgm:pt>
    <dgm:pt modelId="{CA58DAF9-821B-459A-9BE0-E11A67D0639E}" type="sibTrans" cxnId="{8966C18A-AEEB-43C3-9E4F-A9835515C168}">
      <dgm:prSet/>
      <dgm:spPr/>
      <dgm:t>
        <a:bodyPr/>
        <a:lstStyle/>
        <a:p>
          <a:endParaRPr lang="cs-CZ"/>
        </a:p>
      </dgm:t>
    </dgm:pt>
    <dgm:pt modelId="{64EFDB0C-274D-4C19-A6E7-CB336BC2D4B7}">
      <dgm:prSet phldrT="[Text]" custT="1"/>
      <dgm:spPr/>
      <dgm:t>
        <a:bodyPr/>
        <a:lstStyle/>
        <a:p>
          <a:r>
            <a:rPr lang="cs-CZ" sz="4000" dirty="0" err="1">
              <a:solidFill>
                <a:srgbClr val="70AD47"/>
              </a:solidFill>
            </a:rPr>
            <a:t>Surface</a:t>
          </a:r>
          <a:endParaRPr lang="cs-CZ" sz="4000" dirty="0">
            <a:solidFill>
              <a:srgbClr val="70AD47"/>
            </a:solidFill>
          </a:endParaRPr>
        </a:p>
      </dgm:t>
    </dgm:pt>
    <dgm:pt modelId="{DE575D6B-B71D-418B-966A-EC24F3064FB3}" type="parTrans" cxnId="{CDC95494-0A17-484C-9C49-70314C2D6F52}">
      <dgm:prSet/>
      <dgm:spPr/>
      <dgm:t>
        <a:bodyPr/>
        <a:lstStyle/>
        <a:p>
          <a:endParaRPr lang="cs-CZ"/>
        </a:p>
      </dgm:t>
    </dgm:pt>
    <dgm:pt modelId="{032A347B-90D6-46E3-AB24-D724971D01C3}" type="sibTrans" cxnId="{CDC95494-0A17-484C-9C49-70314C2D6F52}">
      <dgm:prSet/>
      <dgm:spPr/>
      <dgm:t>
        <a:bodyPr/>
        <a:lstStyle/>
        <a:p>
          <a:endParaRPr lang="cs-CZ"/>
        </a:p>
      </dgm:t>
    </dgm:pt>
    <dgm:pt modelId="{26519729-B2C8-493C-B984-BB22B18B045E}">
      <dgm:prSet phldrT="[Text]"/>
      <dgm:spPr/>
      <dgm:t>
        <a:bodyPr/>
        <a:lstStyle/>
        <a:p>
          <a:r>
            <a:rPr lang="cs-CZ" dirty="0"/>
            <a:t>Služby a data dostupná pomocí Internetu</a:t>
          </a:r>
        </a:p>
      </dgm:t>
    </dgm:pt>
    <dgm:pt modelId="{7EA7BBF9-80BA-4E34-916B-56FDE7C3A819}" type="parTrans" cxnId="{EDC57BA4-2BC9-495C-BE31-857F8F8FF03D}">
      <dgm:prSet/>
      <dgm:spPr/>
      <dgm:t>
        <a:bodyPr/>
        <a:lstStyle/>
        <a:p>
          <a:endParaRPr lang="cs-CZ"/>
        </a:p>
      </dgm:t>
    </dgm:pt>
    <dgm:pt modelId="{892AFB1E-4343-4C71-A913-A968E2B0F3FE}" type="sibTrans" cxnId="{EDC57BA4-2BC9-495C-BE31-857F8F8FF03D}">
      <dgm:prSet/>
      <dgm:spPr/>
      <dgm:t>
        <a:bodyPr/>
        <a:lstStyle/>
        <a:p>
          <a:endParaRPr lang="cs-CZ"/>
        </a:p>
      </dgm:t>
    </dgm:pt>
    <dgm:pt modelId="{80B1E40C-1EE6-4B65-95DC-6FB77A3FE213}">
      <dgm:prSet phldrT="[Text]"/>
      <dgm:spPr/>
      <dgm:t>
        <a:bodyPr/>
        <a:lstStyle/>
        <a:p>
          <a:r>
            <a:rPr lang="cs-CZ" dirty="0"/>
            <a:t>Služby a data dostupná pouze v konkrétních sítích či zařízení</a:t>
          </a:r>
        </a:p>
      </dgm:t>
    </dgm:pt>
    <dgm:pt modelId="{C39EEB56-8E6F-4010-9FA4-3DA213291D27}" type="sibTrans" cxnId="{BA12C171-9C4E-4530-8368-6243DBB517E4}">
      <dgm:prSet/>
      <dgm:spPr/>
      <dgm:t>
        <a:bodyPr/>
        <a:lstStyle/>
        <a:p>
          <a:endParaRPr lang="cs-CZ"/>
        </a:p>
      </dgm:t>
    </dgm:pt>
    <dgm:pt modelId="{6DDC894C-5F49-4AD7-A53F-828386743057}" type="parTrans" cxnId="{BA12C171-9C4E-4530-8368-6243DBB517E4}">
      <dgm:prSet/>
      <dgm:spPr/>
      <dgm:t>
        <a:bodyPr/>
        <a:lstStyle/>
        <a:p>
          <a:endParaRPr lang="cs-CZ"/>
        </a:p>
      </dgm:t>
    </dgm:pt>
    <dgm:pt modelId="{75E6591B-4983-4BEE-9213-807C996FC8B0}">
      <dgm:prSet phldrT="[Text]" custT="1"/>
      <dgm:spPr/>
      <dgm:t>
        <a:bodyPr/>
        <a:lstStyle/>
        <a:p>
          <a:r>
            <a:rPr lang="cs-CZ" sz="4000" dirty="0" err="1">
              <a:solidFill>
                <a:srgbClr val="4DC58D"/>
              </a:solidFill>
            </a:rPr>
            <a:t>Deep</a:t>
          </a:r>
          <a:endParaRPr lang="cs-CZ" sz="4000" dirty="0">
            <a:solidFill>
              <a:srgbClr val="4DC58D"/>
            </a:solidFill>
          </a:endParaRPr>
        </a:p>
      </dgm:t>
    </dgm:pt>
    <dgm:pt modelId="{5F14709A-003A-440F-93D5-48D2971D80B9}" type="sibTrans" cxnId="{1F0FC8FE-7BDC-4C16-B1B2-32D909B887DF}">
      <dgm:prSet/>
      <dgm:spPr/>
      <dgm:t>
        <a:bodyPr/>
        <a:lstStyle/>
        <a:p>
          <a:endParaRPr lang="cs-CZ"/>
        </a:p>
      </dgm:t>
    </dgm:pt>
    <dgm:pt modelId="{4A31E507-D4C7-427E-BA41-7F913399CEA0}" type="parTrans" cxnId="{1F0FC8FE-7BDC-4C16-B1B2-32D909B887DF}">
      <dgm:prSet/>
      <dgm:spPr/>
      <dgm:t>
        <a:bodyPr/>
        <a:lstStyle/>
        <a:p>
          <a:endParaRPr lang="cs-CZ"/>
        </a:p>
      </dgm:t>
    </dgm:pt>
    <dgm:pt modelId="{25539A88-3CE8-45DF-A739-3E7E4D015B2C}" type="pres">
      <dgm:prSet presAssocID="{28BCC47C-90D6-497E-83A5-3964DE1FF7A5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3E7D1A40-BB59-4DA1-9AAF-F02D4CD5DCC2}" type="pres">
      <dgm:prSet presAssocID="{75E87F63-0DC4-4160-A4F2-A510D5230D32}" presName="circle1" presStyleLbl="node1" presStyleIdx="0" presStyleCnt="3" custLinFactNeighborX="-1072" custLinFactNeighborY="-656"/>
      <dgm:spPr/>
    </dgm:pt>
    <dgm:pt modelId="{6ADA8CDD-3B74-4A8C-B448-FBEA52DC3949}" type="pres">
      <dgm:prSet presAssocID="{75E87F63-0DC4-4160-A4F2-A510D5230D32}" presName="space" presStyleCnt="0"/>
      <dgm:spPr/>
    </dgm:pt>
    <dgm:pt modelId="{A5D80C88-D1CB-4F5B-933F-95085143C6E2}" type="pres">
      <dgm:prSet presAssocID="{75E87F63-0DC4-4160-A4F2-A510D5230D32}" presName="rect1" presStyleLbl="alignAcc1" presStyleIdx="0" presStyleCnt="3"/>
      <dgm:spPr/>
    </dgm:pt>
    <dgm:pt modelId="{50A91BAC-2895-48DF-9995-C8E15875F6DD}" type="pres">
      <dgm:prSet presAssocID="{75E6591B-4983-4BEE-9213-807C996FC8B0}" presName="vertSpace2" presStyleLbl="node1" presStyleIdx="0" presStyleCnt="3"/>
      <dgm:spPr/>
    </dgm:pt>
    <dgm:pt modelId="{95E59AB7-3E0E-49E0-A3A5-5D00572E868D}" type="pres">
      <dgm:prSet presAssocID="{75E6591B-4983-4BEE-9213-807C996FC8B0}" presName="circle2" presStyleLbl="node1" presStyleIdx="1" presStyleCnt="3"/>
      <dgm:spPr/>
    </dgm:pt>
    <dgm:pt modelId="{A55F09BF-BE25-467D-8644-C6168C2CEA8F}" type="pres">
      <dgm:prSet presAssocID="{75E6591B-4983-4BEE-9213-807C996FC8B0}" presName="rect2" presStyleLbl="alignAcc1" presStyleIdx="1" presStyleCnt="3" custLinFactNeighborX="174" custLinFactNeighborY="-121"/>
      <dgm:spPr/>
    </dgm:pt>
    <dgm:pt modelId="{B472F06F-BC9F-4C78-ABEC-58AD54C40C29}" type="pres">
      <dgm:prSet presAssocID="{64EFDB0C-274D-4C19-A6E7-CB336BC2D4B7}" presName="vertSpace3" presStyleLbl="node1" presStyleIdx="1" presStyleCnt="3"/>
      <dgm:spPr/>
    </dgm:pt>
    <dgm:pt modelId="{CFB9B191-C490-41E8-A377-71EBECD94BCF}" type="pres">
      <dgm:prSet presAssocID="{64EFDB0C-274D-4C19-A6E7-CB336BC2D4B7}" presName="circle3" presStyleLbl="node1" presStyleIdx="2" presStyleCnt="3"/>
      <dgm:spPr/>
    </dgm:pt>
    <dgm:pt modelId="{50004231-60DF-4BE4-B3D9-D38A4FA8C22A}" type="pres">
      <dgm:prSet presAssocID="{64EFDB0C-274D-4C19-A6E7-CB336BC2D4B7}" presName="rect3" presStyleLbl="alignAcc1" presStyleIdx="2" presStyleCnt="3"/>
      <dgm:spPr/>
    </dgm:pt>
    <dgm:pt modelId="{C40055F6-689E-4419-90F1-900DC5F84662}" type="pres">
      <dgm:prSet presAssocID="{75E87F63-0DC4-4160-A4F2-A510D5230D32}" presName="rect1ParTx" presStyleLbl="alignAcc1" presStyleIdx="2" presStyleCnt="3">
        <dgm:presLayoutVars>
          <dgm:chMax val="1"/>
          <dgm:bulletEnabled val="1"/>
        </dgm:presLayoutVars>
      </dgm:prSet>
      <dgm:spPr/>
    </dgm:pt>
    <dgm:pt modelId="{48F375CC-7324-4DFC-B6D7-97F5249CC2D2}" type="pres">
      <dgm:prSet presAssocID="{75E87F63-0DC4-4160-A4F2-A510D5230D32}" presName="rect1ChTx" presStyleLbl="alignAcc1" presStyleIdx="2" presStyleCnt="3">
        <dgm:presLayoutVars>
          <dgm:bulletEnabled val="1"/>
        </dgm:presLayoutVars>
      </dgm:prSet>
      <dgm:spPr/>
    </dgm:pt>
    <dgm:pt modelId="{D1DD79E8-ED93-413B-AA1E-28B18F69A1DA}" type="pres">
      <dgm:prSet presAssocID="{75E6591B-4983-4BEE-9213-807C996FC8B0}" presName="rect2ParTx" presStyleLbl="alignAcc1" presStyleIdx="2" presStyleCnt="3">
        <dgm:presLayoutVars>
          <dgm:chMax val="1"/>
          <dgm:bulletEnabled val="1"/>
        </dgm:presLayoutVars>
      </dgm:prSet>
      <dgm:spPr/>
    </dgm:pt>
    <dgm:pt modelId="{31A28F1C-52F3-4BE5-95FC-200E861E0468}" type="pres">
      <dgm:prSet presAssocID="{75E6591B-4983-4BEE-9213-807C996FC8B0}" presName="rect2ChTx" presStyleLbl="alignAcc1" presStyleIdx="2" presStyleCnt="3">
        <dgm:presLayoutVars>
          <dgm:bulletEnabled val="1"/>
        </dgm:presLayoutVars>
      </dgm:prSet>
      <dgm:spPr/>
    </dgm:pt>
    <dgm:pt modelId="{68A16F39-EBA4-43B4-990C-1233F8AAE016}" type="pres">
      <dgm:prSet presAssocID="{64EFDB0C-274D-4C19-A6E7-CB336BC2D4B7}" presName="rect3ParTx" presStyleLbl="alignAcc1" presStyleIdx="2" presStyleCnt="3">
        <dgm:presLayoutVars>
          <dgm:chMax val="1"/>
          <dgm:bulletEnabled val="1"/>
        </dgm:presLayoutVars>
      </dgm:prSet>
      <dgm:spPr/>
    </dgm:pt>
    <dgm:pt modelId="{98BB3A2A-D182-4B15-8397-C008199EDC5D}" type="pres">
      <dgm:prSet presAssocID="{64EFDB0C-274D-4C19-A6E7-CB336BC2D4B7}" presName="rect3ChTx" presStyleLbl="alignAcc1" presStyleIdx="2" presStyleCnt="3">
        <dgm:presLayoutVars>
          <dgm:bulletEnabled val="1"/>
        </dgm:presLayoutVars>
      </dgm:prSet>
      <dgm:spPr/>
    </dgm:pt>
  </dgm:ptLst>
  <dgm:cxnLst>
    <dgm:cxn modelId="{E1925C03-D668-4C71-BD4F-581D065B2F0B}" type="presOf" srcId="{80B1E40C-1EE6-4B65-95DC-6FB77A3FE213}" destId="{31A28F1C-52F3-4BE5-95FC-200E861E0468}" srcOrd="0" destOrd="0" presId="urn:microsoft.com/office/officeart/2005/8/layout/target3"/>
    <dgm:cxn modelId="{5C8ACB1B-1439-47D1-A686-52BD3A26EB85}" type="presOf" srcId="{70B315F9-22A8-4BA1-BF46-F6B505EC735A}" destId="{48F375CC-7324-4DFC-B6D7-97F5249CC2D2}" srcOrd="0" destOrd="0" presId="urn:microsoft.com/office/officeart/2005/8/layout/target3"/>
    <dgm:cxn modelId="{0445A067-3116-4373-B135-C13C178171AD}" type="presOf" srcId="{75E6591B-4983-4BEE-9213-807C996FC8B0}" destId="{D1DD79E8-ED93-413B-AA1E-28B18F69A1DA}" srcOrd="1" destOrd="0" presId="urn:microsoft.com/office/officeart/2005/8/layout/target3"/>
    <dgm:cxn modelId="{0A450E4A-8281-438E-B32F-B9574660802C}" type="presOf" srcId="{64EFDB0C-274D-4C19-A6E7-CB336BC2D4B7}" destId="{68A16F39-EBA4-43B4-990C-1233F8AAE016}" srcOrd="1" destOrd="0" presId="urn:microsoft.com/office/officeart/2005/8/layout/target3"/>
    <dgm:cxn modelId="{D7079A4A-F91A-464B-8967-031B64F77180}" type="presOf" srcId="{75E87F63-0DC4-4160-A4F2-A510D5230D32}" destId="{A5D80C88-D1CB-4F5B-933F-95085143C6E2}" srcOrd="0" destOrd="0" presId="urn:microsoft.com/office/officeart/2005/8/layout/target3"/>
    <dgm:cxn modelId="{9A59E44F-4FC0-4623-AE8C-7359E4DF682E}" srcId="{28BCC47C-90D6-497E-83A5-3964DE1FF7A5}" destId="{75E87F63-0DC4-4160-A4F2-A510D5230D32}" srcOrd="0" destOrd="0" parTransId="{D0AC134B-4B19-428C-BDBB-6344379F09EA}" sibTransId="{F488261A-BBCB-41CD-B2B2-5891B35F5867}"/>
    <dgm:cxn modelId="{BA12C171-9C4E-4530-8368-6243DBB517E4}" srcId="{75E6591B-4983-4BEE-9213-807C996FC8B0}" destId="{80B1E40C-1EE6-4B65-95DC-6FB77A3FE213}" srcOrd="0" destOrd="0" parTransId="{6DDC894C-5F49-4AD7-A53F-828386743057}" sibTransId="{C39EEB56-8E6F-4010-9FA4-3DA213291D27}"/>
    <dgm:cxn modelId="{8966C18A-AEEB-43C3-9E4F-A9835515C168}" srcId="{75E87F63-0DC4-4160-A4F2-A510D5230D32}" destId="{70B315F9-22A8-4BA1-BF46-F6B505EC735A}" srcOrd="0" destOrd="0" parTransId="{1AE99AC5-F5EF-43B0-9F99-63365F0BDC9E}" sibTransId="{CA58DAF9-821B-459A-9BE0-E11A67D0639E}"/>
    <dgm:cxn modelId="{8F1D2C91-FD1E-4DFF-878E-C43E58B8625F}" type="presOf" srcId="{75E87F63-0DC4-4160-A4F2-A510D5230D32}" destId="{C40055F6-689E-4419-90F1-900DC5F84662}" srcOrd="1" destOrd="0" presId="urn:microsoft.com/office/officeart/2005/8/layout/target3"/>
    <dgm:cxn modelId="{CDC95494-0A17-484C-9C49-70314C2D6F52}" srcId="{28BCC47C-90D6-497E-83A5-3964DE1FF7A5}" destId="{64EFDB0C-274D-4C19-A6E7-CB336BC2D4B7}" srcOrd="2" destOrd="0" parTransId="{DE575D6B-B71D-418B-966A-EC24F3064FB3}" sibTransId="{032A347B-90D6-46E3-AB24-D724971D01C3}"/>
    <dgm:cxn modelId="{38D47A99-0893-4021-BBDB-94A6BDD91AC7}" type="presOf" srcId="{64EFDB0C-274D-4C19-A6E7-CB336BC2D4B7}" destId="{50004231-60DF-4BE4-B3D9-D38A4FA8C22A}" srcOrd="0" destOrd="0" presId="urn:microsoft.com/office/officeart/2005/8/layout/target3"/>
    <dgm:cxn modelId="{EDC57BA4-2BC9-495C-BE31-857F8F8FF03D}" srcId="{64EFDB0C-274D-4C19-A6E7-CB336BC2D4B7}" destId="{26519729-B2C8-493C-B984-BB22B18B045E}" srcOrd="0" destOrd="0" parTransId="{7EA7BBF9-80BA-4E34-916B-56FDE7C3A819}" sibTransId="{892AFB1E-4343-4C71-A913-A968E2B0F3FE}"/>
    <dgm:cxn modelId="{E7FD4EB1-2A47-4152-8EA6-E1FE93BFF1E5}" type="presOf" srcId="{28BCC47C-90D6-497E-83A5-3964DE1FF7A5}" destId="{25539A88-3CE8-45DF-A739-3E7E4D015B2C}" srcOrd="0" destOrd="0" presId="urn:microsoft.com/office/officeart/2005/8/layout/target3"/>
    <dgm:cxn modelId="{35FBA5D0-EDAC-4542-AEA2-1D1C023758B0}" type="presOf" srcId="{26519729-B2C8-493C-B984-BB22B18B045E}" destId="{98BB3A2A-D182-4B15-8397-C008199EDC5D}" srcOrd="0" destOrd="0" presId="urn:microsoft.com/office/officeart/2005/8/layout/target3"/>
    <dgm:cxn modelId="{5D758DDA-C94E-4D03-A6BB-C9093D1BEA6D}" type="presOf" srcId="{75E6591B-4983-4BEE-9213-807C996FC8B0}" destId="{A55F09BF-BE25-467D-8644-C6168C2CEA8F}" srcOrd="0" destOrd="0" presId="urn:microsoft.com/office/officeart/2005/8/layout/target3"/>
    <dgm:cxn modelId="{1F0FC8FE-7BDC-4C16-B1B2-32D909B887DF}" srcId="{28BCC47C-90D6-497E-83A5-3964DE1FF7A5}" destId="{75E6591B-4983-4BEE-9213-807C996FC8B0}" srcOrd="1" destOrd="0" parTransId="{4A31E507-D4C7-427E-BA41-7F913399CEA0}" sibTransId="{5F14709A-003A-440F-93D5-48D2971D80B9}"/>
    <dgm:cxn modelId="{9994146B-EA04-483D-9ED7-834FAFD406BC}" type="presParOf" srcId="{25539A88-3CE8-45DF-A739-3E7E4D015B2C}" destId="{3E7D1A40-BB59-4DA1-9AAF-F02D4CD5DCC2}" srcOrd="0" destOrd="0" presId="urn:microsoft.com/office/officeart/2005/8/layout/target3"/>
    <dgm:cxn modelId="{889AB9E9-8BB4-4093-B128-E51D99187E2D}" type="presParOf" srcId="{25539A88-3CE8-45DF-A739-3E7E4D015B2C}" destId="{6ADA8CDD-3B74-4A8C-B448-FBEA52DC3949}" srcOrd="1" destOrd="0" presId="urn:microsoft.com/office/officeart/2005/8/layout/target3"/>
    <dgm:cxn modelId="{AEDDB040-63B6-49A8-8A5D-16071251A413}" type="presParOf" srcId="{25539A88-3CE8-45DF-A739-3E7E4D015B2C}" destId="{A5D80C88-D1CB-4F5B-933F-95085143C6E2}" srcOrd="2" destOrd="0" presId="urn:microsoft.com/office/officeart/2005/8/layout/target3"/>
    <dgm:cxn modelId="{4CEBC961-B248-47E1-AD1A-23FAAB27AF9E}" type="presParOf" srcId="{25539A88-3CE8-45DF-A739-3E7E4D015B2C}" destId="{50A91BAC-2895-48DF-9995-C8E15875F6DD}" srcOrd="3" destOrd="0" presId="urn:microsoft.com/office/officeart/2005/8/layout/target3"/>
    <dgm:cxn modelId="{41C35C50-FEA8-49B3-B503-2B063D4D1CA8}" type="presParOf" srcId="{25539A88-3CE8-45DF-A739-3E7E4D015B2C}" destId="{95E59AB7-3E0E-49E0-A3A5-5D00572E868D}" srcOrd="4" destOrd="0" presId="urn:microsoft.com/office/officeart/2005/8/layout/target3"/>
    <dgm:cxn modelId="{6AF7F576-0245-4E5A-B917-1EEB959BEDA5}" type="presParOf" srcId="{25539A88-3CE8-45DF-A739-3E7E4D015B2C}" destId="{A55F09BF-BE25-467D-8644-C6168C2CEA8F}" srcOrd="5" destOrd="0" presId="urn:microsoft.com/office/officeart/2005/8/layout/target3"/>
    <dgm:cxn modelId="{E06604DB-9127-44CD-9E3F-1876F7D85CEB}" type="presParOf" srcId="{25539A88-3CE8-45DF-A739-3E7E4D015B2C}" destId="{B472F06F-BC9F-4C78-ABEC-58AD54C40C29}" srcOrd="6" destOrd="0" presId="urn:microsoft.com/office/officeart/2005/8/layout/target3"/>
    <dgm:cxn modelId="{6FBF264C-4A29-40DD-934D-7B9EC0113AEE}" type="presParOf" srcId="{25539A88-3CE8-45DF-A739-3E7E4D015B2C}" destId="{CFB9B191-C490-41E8-A377-71EBECD94BCF}" srcOrd="7" destOrd="0" presId="urn:microsoft.com/office/officeart/2005/8/layout/target3"/>
    <dgm:cxn modelId="{77B56804-DD46-461E-A5FD-6C44D33540C3}" type="presParOf" srcId="{25539A88-3CE8-45DF-A739-3E7E4D015B2C}" destId="{50004231-60DF-4BE4-B3D9-D38A4FA8C22A}" srcOrd="8" destOrd="0" presId="urn:microsoft.com/office/officeart/2005/8/layout/target3"/>
    <dgm:cxn modelId="{A57F5860-5E23-46D5-BD80-E6D46ED710DE}" type="presParOf" srcId="{25539A88-3CE8-45DF-A739-3E7E4D015B2C}" destId="{C40055F6-689E-4419-90F1-900DC5F84662}" srcOrd="9" destOrd="0" presId="urn:microsoft.com/office/officeart/2005/8/layout/target3"/>
    <dgm:cxn modelId="{4881F449-B811-4B93-B6FC-E4AA8BA7D09A}" type="presParOf" srcId="{25539A88-3CE8-45DF-A739-3E7E4D015B2C}" destId="{48F375CC-7324-4DFC-B6D7-97F5249CC2D2}" srcOrd="10" destOrd="0" presId="urn:microsoft.com/office/officeart/2005/8/layout/target3"/>
    <dgm:cxn modelId="{2FA441E5-6E93-4B8C-BE48-0630E2EB207A}" type="presParOf" srcId="{25539A88-3CE8-45DF-A739-3E7E4D015B2C}" destId="{D1DD79E8-ED93-413B-AA1E-28B18F69A1DA}" srcOrd="11" destOrd="0" presId="urn:microsoft.com/office/officeart/2005/8/layout/target3"/>
    <dgm:cxn modelId="{885988E7-8854-43F9-A05E-82AAF9CDEE04}" type="presParOf" srcId="{25539A88-3CE8-45DF-A739-3E7E4D015B2C}" destId="{31A28F1C-52F3-4BE5-95FC-200E861E0468}" srcOrd="12" destOrd="0" presId="urn:microsoft.com/office/officeart/2005/8/layout/target3"/>
    <dgm:cxn modelId="{96BE0B1B-D82F-41AF-BEAF-45D19E12D087}" type="presParOf" srcId="{25539A88-3CE8-45DF-A739-3E7E4D015B2C}" destId="{68A16F39-EBA4-43B4-990C-1233F8AAE016}" srcOrd="13" destOrd="0" presId="urn:microsoft.com/office/officeart/2005/8/layout/target3"/>
    <dgm:cxn modelId="{A3E6D81C-9C62-494E-940D-FB25FBD01209}" type="presParOf" srcId="{25539A88-3CE8-45DF-A739-3E7E4D015B2C}" destId="{98BB3A2A-D182-4B15-8397-C008199EDC5D}" srcOrd="1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C83C5B3-466C-46D3-8C3B-B4E0496A5C5D}" type="doc">
      <dgm:prSet loTypeId="urn:microsoft.com/office/officeart/2005/8/layout/venn2" loCatId="relationship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cs-CZ"/>
        </a:p>
      </dgm:t>
    </dgm:pt>
    <dgm:pt modelId="{39C9C328-5F8C-4A54-AF31-4C354B3614C0}">
      <dgm:prSet phldrT="[Text]" custT="1"/>
      <dgm:spPr/>
      <dgm:t>
        <a:bodyPr/>
        <a:lstStyle/>
        <a:p>
          <a:r>
            <a:rPr lang="cs-CZ" sz="1800" dirty="0" err="1"/>
            <a:t>Dark</a:t>
          </a:r>
          <a:r>
            <a:rPr lang="cs-CZ" sz="1400" dirty="0"/>
            <a:t> </a:t>
          </a:r>
          <a:r>
            <a:rPr lang="cs-CZ" sz="2000" dirty="0"/>
            <a:t>web</a:t>
          </a:r>
          <a:endParaRPr lang="cs-CZ" sz="1400" dirty="0"/>
        </a:p>
      </dgm:t>
    </dgm:pt>
    <dgm:pt modelId="{1F259B62-FC5F-471B-AED9-673D37DAE7AD}" type="parTrans" cxnId="{23D38F4A-60F8-4538-BD6B-D26C6F3C3300}">
      <dgm:prSet/>
      <dgm:spPr/>
      <dgm:t>
        <a:bodyPr/>
        <a:lstStyle/>
        <a:p>
          <a:endParaRPr lang="cs-CZ"/>
        </a:p>
      </dgm:t>
    </dgm:pt>
    <dgm:pt modelId="{FCF7A5DA-3472-46B7-949D-F5AB3ADE63EF}" type="sibTrans" cxnId="{23D38F4A-60F8-4538-BD6B-D26C6F3C3300}">
      <dgm:prSet/>
      <dgm:spPr/>
      <dgm:t>
        <a:bodyPr/>
        <a:lstStyle/>
        <a:p>
          <a:endParaRPr lang="cs-CZ"/>
        </a:p>
      </dgm:t>
    </dgm:pt>
    <dgm:pt modelId="{33723B49-7574-473B-B53F-DC993066B6B5}">
      <dgm:prSet phldrT="[Text]" custT="1"/>
      <dgm:spPr/>
      <dgm:t>
        <a:bodyPr/>
        <a:lstStyle/>
        <a:p>
          <a:r>
            <a:rPr lang="cs-CZ" sz="1800" dirty="0" err="1"/>
            <a:t>Deep</a:t>
          </a:r>
          <a:r>
            <a:rPr lang="cs-CZ" sz="1800" dirty="0"/>
            <a:t> web</a:t>
          </a:r>
        </a:p>
      </dgm:t>
    </dgm:pt>
    <dgm:pt modelId="{A2303859-AE28-44E8-BC33-682D11E77F0C}" type="parTrans" cxnId="{BD0363B5-A9C7-4C95-9389-83CCE0207C8D}">
      <dgm:prSet/>
      <dgm:spPr/>
      <dgm:t>
        <a:bodyPr/>
        <a:lstStyle/>
        <a:p>
          <a:endParaRPr lang="cs-CZ"/>
        </a:p>
      </dgm:t>
    </dgm:pt>
    <dgm:pt modelId="{8529993F-D785-42E4-966D-18BD2F032C79}" type="sibTrans" cxnId="{BD0363B5-A9C7-4C95-9389-83CCE0207C8D}">
      <dgm:prSet/>
      <dgm:spPr/>
      <dgm:t>
        <a:bodyPr/>
        <a:lstStyle/>
        <a:p>
          <a:endParaRPr lang="cs-CZ"/>
        </a:p>
      </dgm:t>
    </dgm:pt>
    <dgm:pt modelId="{9DDA3319-0734-4CD2-ACA2-826D177BB08F}">
      <dgm:prSet phldrT="[Text]" custT="1"/>
      <dgm:spPr/>
      <dgm:t>
        <a:bodyPr/>
        <a:lstStyle/>
        <a:p>
          <a:r>
            <a:rPr lang="cs-CZ" sz="1800" b="1" dirty="0" err="1"/>
            <a:t>Surface</a:t>
          </a:r>
          <a:r>
            <a:rPr lang="cs-CZ" sz="1800" b="1" dirty="0"/>
            <a:t> web</a:t>
          </a:r>
        </a:p>
      </dgm:t>
    </dgm:pt>
    <dgm:pt modelId="{24969579-72E5-4629-B815-2974A307F97A}" type="parTrans" cxnId="{4C6DB4A8-14D6-4B8F-AD66-5551D91AABFB}">
      <dgm:prSet/>
      <dgm:spPr/>
      <dgm:t>
        <a:bodyPr/>
        <a:lstStyle/>
        <a:p>
          <a:endParaRPr lang="cs-CZ"/>
        </a:p>
      </dgm:t>
    </dgm:pt>
    <dgm:pt modelId="{3554AC8A-6532-474F-8C76-6246E7542A62}" type="sibTrans" cxnId="{4C6DB4A8-14D6-4B8F-AD66-5551D91AABFB}">
      <dgm:prSet/>
      <dgm:spPr/>
      <dgm:t>
        <a:bodyPr/>
        <a:lstStyle/>
        <a:p>
          <a:endParaRPr lang="cs-CZ"/>
        </a:p>
      </dgm:t>
    </dgm:pt>
    <dgm:pt modelId="{FE42384B-1492-48BA-A3BA-E3C42B2EFF4B}" type="pres">
      <dgm:prSet presAssocID="{EC83C5B3-466C-46D3-8C3B-B4E0496A5C5D}" presName="Name0" presStyleCnt="0">
        <dgm:presLayoutVars>
          <dgm:chMax val="7"/>
          <dgm:resizeHandles val="exact"/>
        </dgm:presLayoutVars>
      </dgm:prSet>
      <dgm:spPr/>
    </dgm:pt>
    <dgm:pt modelId="{E5A773FB-DCDC-40F2-BF14-0ECDA6AECB1F}" type="pres">
      <dgm:prSet presAssocID="{EC83C5B3-466C-46D3-8C3B-B4E0496A5C5D}" presName="comp1" presStyleCnt="0"/>
      <dgm:spPr/>
    </dgm:pt>
    <dgm:pt modelId="{E877CC83-3D7A-4FB5-BAB7-3E5196B53E4B}" type="pres">
      <dgm:prSet presAssocID="{EC83C5B3-466C-46D3-8C3B-B4E0496A5C5D}" presName="circle1" presStyleLbl="node1" presStyleIdx="0" presStyleCnt="3" custLinFactNeighborX="0"/>
      <dgm:spPr/>
    </dgm:pt>
    <dgm:pt modelId="{3048289B-A144-4F88-B45D-3BF0DC7BAC1B}" type="pres">
      <dgm:prSet presAssocID="{EC83C5B3-466C-46D3-8C3B-B4E0496A5C5D}" presName="c1text" presStyleLbl="node1" presStyleIdx="0" presStyleCnt="3">
        <dgm:presLayoutVars>
          <dgm:bulletEnabled val="1"/>
        </dgm:presLayoutVars>
      </dgm:prSet>
      <dgm:spPr/>
    </dgm:pt>
    <dgm:pt modelId="{A2910A4A-ADE6-42F2-9B64-C8E6C76A1730}" type="pres">
      <dgm:prSet presAssocID="{EC83C5B3-466C-46D3-8C3B-B4E0496A5C5D}" presName="comp2" presStyleCnt="0"/>
      <dgm:spPr/>
    </dgm:pt>
    <dgm:pt modelId="{A227AE1E-B97E-41CA-9E85-5F48C57CF15C}" type="pres">
      <dgm:prSet presAssocID="{EC83C5B3-466C-46D3-8C3B-B4E0496A5C5D}" presName="circle2" presStyleLbl="node1" presStyleIdx="1" presStyleCnt="3"/>
      <dgm:spPr/>
    </dgm:pt>
    <dgm:pt modelId="{2B8BB72A-0CC9-4F13-8F5C-A170E6525636}" type="pres">
      <dgm:prSet presAssocID="{EC83C5B3-466C-46D3-8C3B-B4E0496A5C5D}" presName="c2text" presStyleLbl="node1" presStyleIdx="1" presStyleCnt="3">
        <dgm:presLayoutVars>
          <dgm:bulletEnabled val="1"/>
        </dgm:presLayoutVars>
      </dgm:prSet>
      <dgm:spPr/>
    </dgm:pt>
    <dgm:pt modelId="{98FD9A9E-63E1-4AFB-BB5C-8E274C26016B}" type="pres">
      <dgm:prSet presAssocID="{EC83C5B3-466C-46D3-8C3B-B4E0496A5C5D}" presName="comp3" presStyleCnt="0"/>
      <dgm:spPr/>
    </dgm:pt>
    <dgm:pt modelId="{B13151B2-5E3D-410D-A95D-F7DFB997CC13}" type="pres">
      <dgm:prSet presAssocID="{EC83C5B3-466C-46D3-8C3B-B4E0496A5C5D}" presName="circle3" presStyleLbl="node1" presStyleIdx="2" presStyleCnt="3"/>
      <dgm:spPr/>
    </dgm:pt>
    <dgm:pt modelId="{424B2165-1275-47AB-8296-3BE53194C1F8}" type="pres">
      <dgm:prSet presAssocID="{EC83C5B3-466C-46D3-8C3B-B4E0496A5C5D}" presName="c3text" presStyleLbl="node1" presStyleIdx="2" presStyleCnt="3">
        <dgm:presLayoutVars>
          <dgm:bulletEnabled val="1"/>
        </dgm:presLayoutVars>
      </dgm:prSet>
      <dgm:spPr/>
    </dgm:pt>
  </dgm:ptLst>
  <dgm:cxnLst>
    <dgm:cxn modelId="{E3115C12-9524-4D1D-B3A1-4E67BAA059FC}" type="presOf" srcId="{33723B49-7574-473B-B53F-DC993066B6B5}" destId="{A227AE1E-B97E-41CA-9E85-5F48C57CF15C}" srcOrd="0" destOrd="0" presId="urn:microsoft.com/office/officeart/2005/8/layout/venn2"/>
    <dgm:cxn modelId="{2CC3EE2F-AA47-4C3F-B0E8-EFFFB1F15E53}" type="presOf" srcId="{39C9C328-5F8C-4A54-AF31-4C354B3614C0}" destId="{E877CC83-3D7A-4FB5-BAB7-3E5196B53E4B}" srcOrd="0" destOrd="0" presId="urn:microsoft.com/office/officeart/2005/8/layout/venn2"/>
    <dgm:cxn modelId="{A370B75E-E3D3-46AB-9531-47ED9568D551}" type="presOf" srcId="{EC83C5B3-466C-46D3-8C3B-B4E0496A5C5D}" destId="{FE42384B-1492-48BA-A3BA-E3C42B2EFF4B}" srcOrd="0" destOrd="0" presId="urn:microsoft.com/office/officeart/2005/8/layout/venn2"/>
    <dgm:cxn modelId="{63D42C49-112A-4DFE-BBDA-5CB28FAF4C65}" type="presOf" srcId="{39C9C328-5F8C-4A54-AF31-4C354B3614C0}" destId="{3048289B-A144-4F88-B45D-3BF0DC7BAC1B}" srcOrd="1" destOrd="0" presId="urn:microsoft.com/office/officeart/2005/8/layout/venn2"/>
    <dgm:cxn modelId="{23D38F4A-60F8-4538-BD6B-D26C6F3C3300}" srcId="{EC83C5B3-466C-46D3-8C3B-B4E0496A5C5D}" destId="{39C9C328-5F8C-4A54-AF31-4C354B3614C0}" srcOrd="0" destOrd="0" parTransId="{1F259B62-FC5F-471B-AED9-673D37DAE7AD}" sibTransId="{FCF7A5DA-3472-46B7-949D-F5AB3ADE63EF}"/>
    <dgm:cxn modelId="{EEB9D693-A3FC-435B-970B-1F12A39CF1DA}" type="presOf" srcId="{33723B49-7574-473B-B53F-DC993066B6B5}" destId="{2B8BB72A-0CC9-4F13-8F5C-A170E6525636}" srcOrd="1" destOrd="0" presId="urn:microsoft.com/office/officeart/2005/8/layout/venn2"/>
    <dgm:cxn modelId="{5DB1899B-B8AA-46CE-BE56-D832F8EE4D7F}" type="presOf" srcId="{9DDA3319-0734-4CD2-ACA2-826D177BB08F}" destId="{B13151B2-5E3D-410D-A95D-F7DFB997CC13}" srcOrd="0" destOrd="0" presId="urn:microsoft.com/office/officeart/2005/8/layout/venn2"/>
    <dgm:cxn modelId="{A16626A5-330A-445D-8F74-B764595F3840}" type="presOf" srcId="{9DDA3319-0734-4CD2-ACA2-826D177BB08F}" destId="{424B2165-1275-47AB-8296-3BE53194C1F8}" srcOrd="1" destOrd="0" presId="urn:microsoft.com/office/officeart/2005/8/layout/venn2"/>
    <dgm:cxn modelId="{4C6DB4A8-14D6-4B8F-AD66-5551D91AABFB}" srcId="{EC83C5B3-466C-46D3-8C3B-B4E0496A5C5D}" destId="{9DDA3319-0734-4CD2-ACA2-826D177BB08F}" srcOrd="2" destOrd="0" parTransId="{24969579-72E5-4629-B815-2974A307F97A}" sibTransId="{3554AC8A-6532-474F-8C76-6246E7542A62}"/>
    <dgm:cxn modelId="{BD0363B5-A9C7-4C95-9389-83CCE0207C8D}" srcId="{EC83C5B3-466C-46D3-8C3B-B4E0496A5C5D}" destId="{33723B49-7574-473B-B53F-DC993066B6B5}" srcOrd="1" destOrd="0" parTransId="{A2303859-AE28-44E8-BC33-682D11E77F0C}" sibTransId="{8529993F-D785-42E4-966D-18BD2F032C79}"/>
    <dgm:cxn modelId="{41C31B97-30AA-425C-A733-820BF981B35A}" type="presParOf" srcId="{FE42384B-1492-48BA-A3BA-E3C42B2EFF4B}" destId="{E5A773FB-DCDC-40F2-BF14-0ECDA6AECB1F}" srcOrd="0" destOrd="0" presId="urn:microsoft.com/office/officeart/2005/8/layout/venn2"/>
    <dgm:cxn modelId="{68199D6F-147B-40CA-8CFC-A113E6EB7FB1}" type="presParOf" srcId="{E5A773FB-DCDC-40F2-BF14-0ECDA6AECB1F}" destId="{E877CC83-3D7A-4FB5-BAB7-3E5196B53E4B}" srcOrd="0" destOrd="0" presId="urn:microsoft.com/office/officeart/2005/8/layout/venn2"/>
    <dgm:cxn modelId="{4EB8DD87-8314-4E1F-A062-8653A5C79011}" type="presParOf" srcId="{E5A773FB-DCDC-40F2-BF14-0ECDA6AECB1F}" destId="{3048289B-A144-4F88-B45D-3BF0DC7BAC1B}" srcOrd="1" destOrd="0" presId="urn:microsoft.com/office/officeart/2005/8/layout/venn2"/>
    <dgm:cxn modelId="{80EF7DB6-3BCC-415A-BA70-F30072AE8AE6}" type="presParOf" srcId="{FE42384B-1492-48BA-A3BA-E3C42B2EFF4B}" destId="{A2910A4A-ADE6-42F2-9B64-C8E6C76A1730}" srcOrd="1" destOrd="0" presId="urn:microsoft.com/office/officeart/2005/8/layout/venn2"/>
    <dgm:cxn modelId="{48B84968-F573-4E1B-8D55-2D1E33C1FF41}" type="presParOf" srcId="{A2910A4A-ADE6-42F2-9B64-C8E6C76A1730}" destId="{A227AE1E-B97E-41CA-9E85-5F48C57CF15C}" srcOrd="0" destOrd="0" presId="urn:microsoft.com/office/officeart/2005/8/layout/venn2"/>
    <dgm:cxn modelId="{EC37F62F-5C1C-4BBA-AB22-F0261D65C16C}" type="presParOf" srcId="{A2910A4A-ADE6-42F2-9B64-C8E6C76A1730}" destId="{2B8BB72A-0CC9-4F13-8F5C-A170E6525636}" srcOrd="1" destOrd="0" presId="urn:microsoft.com/office/officeart/2005/8/layout/venn2"/>
    <dgm:cxn modelId="{1D8B986D-0A5F-4A11-8B8A-AC8AF29F132D}" type="presParOf" srcId="{FE42384B-1492-48BA-A3BA-E3C42B2EFF4B}" destId="{98FD9A9E-63E1-4AFB-BB5C-8E274C26016B}" srcOrd="2" destOrd="0" presId="urn:microsoft.com/office/officeart/2005/8/layout/venn2"/>
    <dgm:cxn modelId="{DC48E37C-4E4F-48A0-AA5A-F9C2AE988618}" type="presParOf" srcId="{98FD9A9E-63E1-4AFB-BB5C-8E274C26016B}" destId="{B13151B2-5E3D-410D-A95D-F7DFB997CC13}" srcOrd="0" destOrd="0" presId="urn:microsoft.com/office/officeart/2005/8/layout/venn2"/>
    <dgm:cxn modelId="{3E4D7DD4-D3E1-4A41-A8B2-DEF08FAB6AFD}" type="presParOf" srcId="{98FD9A9E-63E1-4AFB-BB5C-8E274C26016B}" destId="{424B2165-1275-47AB-8296-3BE53194C1F8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44A27E9-D70A-4556-8B0D-B9F85A4DED1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8C20FAE-C3EA-4E2E-83EC-A2DD0B9A7FF5}">
      <dgm:prSet/>
      <dgm:spPr/>
      <dgm:t>
        <a:bodyPr/>
        <a:lstStyle/>
        <a:p>
          <a:r>
            <a:rPr lang="cs-CZ" b="0" i="0" baseline="0"/>
            <a:t>Triáda CIA</a:t>
          </a:r>
          <a:endParaRPr lang="en-US"/>
        </a:p>
      </dgm:t>
    </dgm:pt>
    <dgm:pt modelId="{19B4ADAE-6236-4682-BF31-74EEEC444A84}" type="parTrans" cxnId="{6513AA5E-270C-4396-86FC-ADC96D32A5B1}">
      <dgm:prSet/>
      <dgm:spPr/>
      <dgm:t>
        <a:bodyPr/>
        <a:lstStyle/>
        <a:p>
          <a:endParaRPr lang="en-US"/>
        </a:p>
      </dgm:t>
    </dgm:pt>
    <dgm:pt modelId="{6672B4A0-2610-4D5F-9A33-93AE81982CAA}" type="sibTrans" cxnId="{6513AA5E-270C-4396-86FC-ADC96D32A5B1}">
      <dgm:prSet/>
      <dgm:spPr/>
      <dgm:t>
        <a:bodyPr/>
        <a:lstStyle/>
        <a:p>
          <a:endParaRPr lang="en-US"/>
        </a:p>
      </dgm:t>
    </dgm:pt>
    <dgm:pt modelId="{CF76DE77-799D-4DC0-8F21-5C9E2F717B37}">
      <dgm:prSet/>
      <dgm:spPr/>
      <dgm:t>
        <a:bodyPr/>
        <a:lstStyle/>
        <a:p>
          <a:r>
            <a:rPr lang="cs-CZ" b="0" i="0" baseline="0"/>
            <a:t>Prvky kybernetické bezpečnosti</a:t>
          </a:r>
          <a:endParaRPr lang="en-US"/>
        </a:p>
      </dgm:t>
    </dgm:pt>
    <dgm:pt modelId="{D79DF03F-8BB8-4489-A0BC-7775A27625D6}" type="parTrans" cxnId="{76F28F45-88D8-4CB0-AF5B-2107FB9C55A4}">
      <dgm:prSet/>
      <dgm:spPr/>
      <dgm:t>
        <a:bodyPr/>
        <a:lstStyle/>
        <a:p>
          <a:endParaRPr lang="en-US"/>
        </a:p>
      </dgm:t>
    </dgm:pt>
    <dgm:pt modelId="{36AC3EE0-B8E7-46C8-B058-86A675719394}" type="sibTrans" cxnId="{76F28F45-88D8-4CB0-AF5B-2107FB9C55A4}">
      <dgm:prSet/>
      <dgm:spPr/>
      <dgm:t>
        <a:bodyPr/>
        <a:lstStyle/>
        <a:p>
          <a:endParaRPr lang="en-US"/>
        </a:p>
      </dgm:t>
    </dgm:pt>
    <dgm:pt modelId="{B1C819FA-8470-4228-8352-5F940DFE873F}">
      <dgm:prSet/>
      <dgm:spPr/>
      <dgm:t>
        <a:bodyPr/>
        <a:lstStyle/>
        <a:p>
          <a:r>
            <a:rPr lang="cs-CZ" b="0" i="0" baseline="0" dirty="0"/>
            <a:t>Životní cyklus kybernetické bezpečnosti</a:t>
          </a:r>
          <a:endParaRPr lang="en-US" dirty="0"/>
        </a:p>
      </dgm:t>
    </dgm:pt>
    <dgm:pt modelId="{056E20DC-2870-45A6-98EC-BDA579DC6F16}" type="parTrans" cxnId="{C3AB3B66-0344-4FDF-9C25-64347A90069B}">
      <dgm:prSet/>
      <dgm:spPr/>
      <dgm:t>
        <a:bodyPr/>
        <a:lstStyle/>
        <a:p>
          <a:endParaRPr lang="en-US"/>
        </a:p>
      </dgm:t>
    </dgm:pt>
    <dgm:pt modelId="{24E0FC8C-0C0C-42DC-B556-FA57A7891683}" type="sibTrans" cxnId="{C3AB3B66-0344-4FDF-9C25-64347A90069B}">
      <dgm:prSet/>
      <dgm:spPr/>
      <dgm:t>
        <a:bodyPr/>
        <a:lstStyle/>
        <a:p>
          <a:endParaRPr lang="en-US"/>
        </a:p>
      </dgm:t>
    </dgm:pt>
    <dgm:pt modelId="{7CD52B1E-150E-4137-A693-3C971F0F8E98}" type="pres">
      <dgm:prSet presAssocID="{944A27E9-D70A-4556-8B0D-B9F85A4DED16}" presName="linear" presStyleCnt="0">
        <dgm:presLayoutVars>
          <dgm:animLvl val="lvl"/>
          <dgm:resizeHandles val="exact"/>
        </dgm:presLayoutVars>
      </dgm:prSet>
      <dgm:spPr/>
    </dgm:pt>
    <dgm:pt modelId="{6BC3BC60-E008-4574-8C7F-5646F2F92368}" type="pres">
      <dgm:prSet presAssocID="{C8C20FAE-C3EA-4E2E-83EC-A2DD0B9A7FF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D005F32-61D2-4EFA-87D3-0D841576F18A}" type="pres">
      <dgm:prSet presAssocID="{6672B4A0-2610-4D5F-9A33-93AE81982CAA}" presName="spacer" presStyleCnt="0"/>
      <dgm:spPr/>
    </dgm:pt>
    <dgm:pt modelId="{86E4A02A-9631-4731-8E4E-E873A0CD099D}" type="pres">
      <dgm:prSet presAssocID="{CF76DE77-799D-4DC0-8F21-5C9E2F717B3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DB93FA5-B26B-4848-B17E-392840B2487E}" type="pres">
      <dgm:prSet presAssocID="{36AC3EE0-B8E7-46C8-B058-86A675719394}" presName="spacer" presStyleCnt="0"/>
      <dgm:spPr/>
    </dgm:pt>
    <dgm:pt modelId="{5043CFFB-D5B9-4B8E-84F8-DD42ECF3AC1D}" type="pres">
      <dgm:prSet presAssocID="{B1C819FA-8470-4228-8352-5F940DFE873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5394C15-2CA0-4998-A5FA-758A384F1ECD}" type="presOf" srcId="{C8C20FAE-C3EA-4E2E-83EC-A2DD0B9A7FF5}" destId="{6BC3BC60-E008-4574-8C7F-5646F2F92368}" srcOrd="0" destOrd="0" presId="urn:microsoft.com/office/officeart/2005/8/layout/vList2"/>
    <dgm:cxn modelId="{6513AA5E-270C-4396-86FC-ADC96D32A5B1}" srcId="{944A27E9-D70A-4556-8B0D-B9F85A4DED16}" destId="{C8C20FAE-C3EA-4E2E-83EC-A2DD0B9A7FF5}" srcOrd="0" destOrd="0" parTransId="{19B4ADAE-6236-4682-BF31-74EEEC444A84}" sibTransId="{6672B4A0-2610-4D5F-9A33-93AE81982CAA}"/>
    <dgm:cxn modelId="{76F28F45-88D8-4CB0-AF5B-2107FB9C55A4}" srcId="{944A27E9-D70A-4556-8B0D-B9F85A4DED16}" destId="{CF76DE77-799D-4DC0-8F21-5C9E2F717B37}" srcOrd="1" destOrd="0" parTransId="{D79DF03F-8BB8-4489-A0BC-7775A27625D6}" sibTransId="{36AC3EE0-B8E7-46C8-B058-86A675719394}"/>
    <dgm:cxn modelId="{C3AB3B66-0344-4FDF-9C25-64347A90069B}" srcId="{944A27E9-D70A-4556-8B0D-B9F85A4DED16}" destId="{B1C819FA-8470-4228-8352-5F940DFE873F}" srcOrd="2" destOrd="0" parTransId="{056E20DC-2870-45A6-98EC-BDA579DC6F16}" sibTransId="{24E0FC8C-0C0C-42DC-B556-FA57A7891683}"/>
    <dgm:cxn modelId="{BEFFAD71-8965-4C3A-868B-E0E307B94B05}" type="presOf" srcId="{944A27E9-D70A-4556-8B0D-B9F85A4DED16}" destId="{7CD52B1E-150E-4137-A693-3C971F0F8E98}" srcOrd="0" destOrd="0" presId="urn:microsoft.com/office/officeart/2005/8/layout/vList2"/>
    <dgm:cxn modelId="{DFD2287B-0B66-45A1-8A45-53877E0D5000}" type="presOf" srcId="{CF76DE77-799D-4DC0-8F21-5C9E2F717B37}" destId="{86E4A02A-9631-4731-8E4E-E873A0CD099D}" srcOrd="0" destOrd="0" presId="urn:microsoft.com/office/officeart/2005/8/layout/vList2"/>
    <dgm:cxn modelId="{322BCDB6-9C9D-4300-B74B-5B54C951FBB2}" type="presOf" srcId="{B1C819FA-8470-4228-8352-5F940DFE873F}" destId="{5043CFFB-D5B9-4B8E-84F8-DD42ECF3AC1D}" srcOrd="0" destOrd="0" presId="urn:microsoft.com/office/officeart/2005/8/layout/vList2"/>
    <dgm:cxn modelId="{DE555EF0-AFBF-4587-BE6F-D92EB668ACD7}" type="presParOf" srcId="{7CD52B1E-150E-4137-A693-3C971F0F8E98}" destId="{6BC3BC60-E008-4574-8C7F-5646F2F92368}" srcOrd="0" destOrd="0" presId="urn:microsoft.com/office/officeart/2005/8/layout/vList2"/>
    <dgm:cxn modelId="{328B11AB-A42E-44FC-9370-0B3983008C32}" type="presParOf" srcId="{7CD52B1E-150E-4137-A693-3C971F0F8E98}" destId="{2D005F32-61D2-4EFA-87D3-0D841576F18A}" srcOrd="1" destOrd="0" presId="urn:microsoft.com/office/officeart/2005/8/layout/vList2"/>
    <dgm:cxn modelId="{828A6A34-60F2-4395-913C-95389B4BF16E}" type="presParOf" srcId="{7CD52B1E-150E-4137-A693-3C971F0F8E98}" destId="{86E4A02A-9631-4731-8E4E-E873A0CD099D}" srcOrd="2" destOrd="0" presId="urn:microsoft.com/office/officeart/2005/8/layout/vList2"/>
    <dgm:cxn modelId="{87B1C26A-EEAE-44FF-ABBA-9622A6A825AF}" type="presParOf" srcId="{7CD52B1E-150E-4137-A693-3C971F0F8E98}" destId="{9DB93FA5-B26B-4848-B17E-392840B2487E}" srcOrd="3" destOrd="0" presId="urn:microsoft.com/office/officeart/2005/8/layout/vList2"/>
    <dgm:cxn modelId="{FDE84DDC-4F04-4C92-821D-78DA3CBCDC42}" type="presParOf" srcId="{7CD52B1E-150E-4137-A693-3C971F0F8E98}" destId="{5043CFFB-D5B9-4B8E-84F8-DD42ECF3AC1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44A27E9-D70A-4556-8B0D-B9F85A4DED1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8C20FAE-C3EA-4E2E-83EC-A2DD0B9A7FF5}">
      <dgm:prSet/>
      <dgm:spPr/>
      <dgm:t>
        <a:bodyPr/>
        <a:lstStyle/>
        <a:p>
          <a:r>
            <a:rPr lang="cs-CZ" b="0" i="0" baseline="0" dirty="0"/>
            <a:t>Triáda CIA</a:t>
          </a:r>
          <a:endParaRPr lang="en-US" dirty="0"/>
        </a:p>
      </dgm:t>
    </dgm:pt>
    <dgm:pt modelId="{19B4ADAE-6236-4682-BF31-74EEEC444A84}" type="parTrans" cxnId="{6513AA5E-270C-4396-86FC-ADC96D32A5B1}">
      <dgm:prSet/>
      <dgm:spPr/>
      <dgm:t>
        <a:bodyPr/>
        <a:lstStyle/>
        <a:p>
          <a:endParaRPr lang="en-US"/>
        </a:p>
      </dgm:t>
    </dgm:pt>
    <dgm:pt modelId="{6672B4A0-2610-4D5F-9A33-93AE81982CAA}" type="sibTrans" cxnId="{6513AA5E-270C-4396-86FC-ADC96D32A5B1}">
      <dgm:prSet/>
      <dgm:spPr/>
      <dgm:t>
        <a:bodyPr/>
        <a:lstStyle/>
        <a:p>
          <a:endParaRPr lang="en-US"/>
        </a:p>
      </dgm:t>
    </dgm:pt>
    <dgm:pt modelId="{CF76DE77-799D-4DC0-8F21-5C9E2F717B37}">
      <dgm:prSet custT="1"/>
      <dgm:spPr/>
      <dgm:t>
        <a:bodyPr/>
        <a:lstStyle/>
        <a:p>
          <a:r>
            <a:rPr lang="cs-CZ" sz="4000" b="1" i="0" baseline="0" dirty="0"/>
            <a:t>I</a:t>
          </a:r>
          <a:r>
            <a:rPr lang="cs-CZ" sz="4000" b="0" i="0" baseline="0" dirty="0"/>
            <a:t>ntegrity (celistvost)</a:t>
          </a:r>
          <a:endParaRPr lang="en-US" sz="4000" dirty="0"/>
        </a:p>
      </dgm:t>
    </dgm:pt>
    <dgm:pt modelId="{D79DF03F-8BB8-4489-A0BC-7775A27625D6}" type="parTrans" cxnId="{76F28F45-88D8-4CB0-AF5B-2107FB9C55A4}">
      <dgm:prSet/>
      <dgm:spPr/>
      <dgm:t>
        <a:bodyPr/>
        <a:lstStyle/>
        <a:p>
          <a:endParaRPr lang="en-US"/>
        </a:p>
      </dgm:t>
    </dgm:pt>
    <dgm:pt modelId="{36AC3EE0-B8E7-46C8-B058-86A675719394}" type="sibTrans" cxnId="{76F28F45-88D8-4CB0-AF5B-2107FB9C55A4}">
      <dgm:prSet/>
      <dgm:spPr/>
      <dgm:t>
        <a:bodyPr/>
        <a:lstStyle/>
        <a:p>
          <a:endParaRPr lang="en-US"/>
        </a:p>
      </dgm:t>
    </dgm:pt>
    <dgm:pt modelId="{B1C819FA-8470-4228-8352-5F940DFE873F}">
      <dgm:prSet custT="1"/>
      <dgm:spPr/>
      <dgm:t>
        <a:bodyPr/>
        <a:lstStyle/>
        <a:p>
          <a:r>
            <a:rPr lang="cs-CZ" sz="4000" b="1" i="0" baseline="0" dirty="0" err="1"/>
            <a:t>A</a:t>
          </a:r>
          <a:r>
            <a:rPr lang="cs-CZ" sz="4000" b="0" i="0" baseline="0" dirty="0" err="1"/>
            <a:t>vailability</a:t>
          </a:r>
          <a:r>
            <a:rPr lang="cs-CZ" sz="4000" b="0" i="0" baseline="0" dirty="0"/>
            <a:t> (dostupnost)</a:t>
          </a:r>
          <a:endParaRPr lang="en-US" sz="4000" dirty="0"/>
        </a:p>
      </dgm:t>
    </dgm:pt>
    <dgm:pt modelId="{056E20DC-2870-45A6-98EC-BDA579DC6F16}" type="parTrans" cxnId="{C3AB3B66-0344-4FDF-9C25-64347A90069B}">
      <dgm:prSet/>
      <dgm:spPr/>
      <dgm:t>
        <a:bodyPr/>
        <a:lstStyle/>
        <a:p>
          <a:endParaRPr lang="en-US"/>
        </a:p>
      </dgm:t>
    </dgm:pt>
    <dgm:pt modelId="{24E0FC8C-0C0C-42DC-B556-FA57A7891683}" type="sibTrans" cxnId="{C3AB3B66-0344-4FDF-9C25-64347A90069B}">
      <dgm:prSet/>
      <dgm:spPr/>
      <dgm:t>
        <a:bodyPr/>
        <a:lstStyle/>
        <a:p>
          <a:endParaRPr lang="en-US"/>
        </a:p>
      </dgm:t>
    </dgm:pt>
    <dgm:pt modelId="{D7359CCE-2435-47AA-8093-1C0E819234E1}">
      <dgm:prSet custT="1"/>
      <dgm:spPr/>
      <dgm:t>
        <a:bodyPr/>
        <a:lstStyle/>
        <a:p>
          <a:r>
            <a:rPr lang="cs-CZ" sz="4000" b="1" dirty="0" err="1"/>
            <a:t>C</a:t>
          </a:r>
          <a:r>
            <a:rPr lang="cs-CZ" sz="4000" dirty="0" err="1"/>
            <a:t>onfidentiality</a:t>
          </a:r>
          <a:r>
            <a:rPr lang="cs-CZ" sz="4000" dirty="0"/>
            <a:t> (důvěrnost)</a:t>
          </a:r>
          <a:endParaRPr lang="en-US" sz="4000" dirty="0"/>
        </a:p>
      </dgm:t>
    </dgm:pt>
    <dgm:pt modelId="{B7882D4F-5F1B-4986-A9A0-DABC84638DC0}" type="parTrans" cxnId="{CF11963F-F09C-46DA-AD54-C718CC986E79}">
      <dgm:prSet/>
      <dgm:spPr/>
      <dgm:t>
        <a:bodyPr/>
        <a:lstStyle/>
        <a:p>
          <a:endParaRPr lang="cs-CZ"/>
        </a:p>
      </dgm:t>
    </dgm:pt>
    <dgm:pt modelId="{CA8BFE4E-7E09-4122-AD4F-3DE34228BBD6}" type="sibTrans" cxnId="{CF11963F-F09C-46DA-AD54-C718CC986E79}">
      <dgm:prSet/>
      <dgm:spPr/>
      <dgm:t>
        <a:bodyPr/>
        <a:lstStyle/>
        <a:p>
          <a:endParaRPr lang="cs-CZ"/>
        </a:p>
      </dgm:t>
    </dgm:pt>
    <dgm:pt modelId="{7CD52B1E-150E-4137-A693-3C971F0F8E98}" type="pres">
      <dgm:prSet presAssocID="{944A27E9-D70A-4556-8B0D-B9F85A4DED16}" presName="linear" presStyleCnt="0">
        <dgm:presLayoutVars>
          <dgm:animLvl val="lvl"/>
          <dgm:resizeHandles val="exact"/>
        </dgm:presLayoutVars>
      </dgm:prSet>
      <dgm:spPr/>
    </dgm:pt>
    <dgm:pt modelId="{6BC3BC60-E008-4574-8C7F-5646F2F92368}" type="pres">
      <dgm:prSet presAssocID="{C8C20FAE-C3EA-4E2E-83EC-A2DD0B9A7FF5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817F0C89-7D6B-44AC-8422-C38C817C8A78}" type="pres">
      <dgm:prSet presAssocID="{C8C20FAE-C3EA-4E2E-83EC-A2DD0B9A7FF5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D5394C15-2CA0-4998-A5FA-758A384F1ECD}" type="presOf" srcId="{C8C20FAE-C3EA-4E2E-83EC-A2DD0B9A7FF5}" destId="{6BC3BC60-E008-4574-8C7F-5646F2F92368}" srcOrd="0" destOrd="0" presId="urn:microsoft.com/office/officeart/2005/8/layout/vList2"/>
    <dgm:cxn modelId="{CF11963F-F09C-46DA-AD54-C718CC986E79}" srcId="{C8C20FAE-C3EA-4E2E-83EC-A2DD0B9A7FF5}" destId="{D7359CCE-2435-47AA-8093-1C0E819234E1}" srcOrd="0" destOrd="0" parTransId="{B7882D4F-5F1B-4986-A9A0-DABC84638DC0}" sibTransId="{CA8BFE4E-7E09-4122-AD4F-3DE34228BBD6}"/>
    <dgm:cxn modelId="{6513AA5E-270C-4396-86FC-ADC96D32A5B1}" srcId="{944A27E9-D70A-4556-8B0D-B9F85A4DED16}" destId="{C8C20FAE-C3EA-4E2E-83EC-A2DD0B9A7FF5}" srcOrd="0" destOrd="0" parTransId="{19B4ADAE-6236-4682-BF31-74EEEC444A84}" sibTransId="{6672B4A0-2610-4D5F-9A33-93AE81982CAA}"/>
    <dgm:cxn modelId="{76F28F45-88D8-4CB0-AF5B-2107FB9C55A4}" srcId="{C8C20FAE-C3EA-4E2E-83EC-A2DD0B9A7FF5}" destId="{CF76DE77-799D-4DC0-8F21-5C9E2F717B37}" srcOrd="1" destOrd="0" parTransId="{D79DF03F-8BB8-4489-A0BC-7775A27625D6}" sibTransId="{36AC3EE0-B8E7-46C8-B058-86A675719394}"/>
    <dgm:cxn modelId="{C3AB3B66-0344-4FDF-9C25-64347A90069B}" srcId="{C8C20FAE-C3EA-4E2E-83EC-A2DD0B9A7FF5}" destId="{B1C819FA-8470-4228-8352-5F940DFE873F}" srcOrd="2" destOrd="0" parTransId="{056E20DC-2870-45A6-98EC-BDA579DC6F16}" sibTransId="{24E0FC8C-0C0C-42DC-B556-FA57A7891683}"/>
    <dgm:cxn modelId="{CD56F24C-5FBF-46EA-BCFE-C0C986F720D5}" type="presOf" srcId="{D7359CCE-2435-47AA-8093-1C0E819234E1}" destId="{817F0C89-7D6B-44AC-8422-C38C817C8A78}" srcOrd="0" destOrd="0" presId="urn:microsoft.com/office/officeart/2005/8/layout/vList2"/>
    <dgm:cxn modelId="{BEFFAD71-8965-4C3A-868B-E0E307B94B05}" type="presOf" srcId="{944A27E9-D70A-4556-8B0D-B9F85A4DED16}" destId="{7CD52B1E-150E-4137-A693-3C971F0F8E98}" srcOrd="0" destOrd="0" presId="urn:microsoft.com/office/officeart/2005/8/layout/vList2"/>
    <dgm:cxn modelId="{EADA1E52-947F-4EE5-86CC-FA083AC576C7}" type="presOf" srcId="{CF76DE77-799D-4DC0-8F21-5C9E2F717B37}" destId="{817F0C89-7D6B-44AC-8422-C38C817C8A78}" srcOrd="0" destOrd="1" presId="urn:microsoft.com/office/officeart/2005/8/layout/vList2"/>
    <dgm:cxn modelId="{A2551497-4CCA-4F13-9AA6-061A9C2DBB00}" type="presOf" srcId="{B1C819FA-8470-4228-8352-5F940DFE873F}" destId="{817F0C89-7D6B-44AC-8422-C38C817C8A78}" srcOrd="0" destOrd="2" presId="urn:microsoft.com/office/officeart/2005/8/layout/vList2"/>
    <dgm:cxn modelId="{DE555EF0-AFBF-4587-BE6F-D92EB668ACD7}" type="presParOf" srcId="{7CD52B1E-150E-4137-A693-3C971F0F8E98}" destId="{6BC3BC60-E008-4574-8C7F-5646F2F92368}" srcOrd="0" destOrd="0" presId="urn:microsoft.com/office/officeart/2005/8/layout/vList2"/>
    <dgm:cxn modelId="{583EB3E1-D684-4081-BB13-6E9B9BC5D6D4}" type="presParOf" srcId="{7CD52B1E-150E-4137-A693-3C971F0F8E98}" destId="{817F0C89-7D6B-44AC-8422-C38C817C8A78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44A27E9-D70A-4556-8B0D-B9F85A4DED1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8C20FAE-C3EA-4E2E-83EC-A2DD0B9A7FF5}">
      <dgm:prSet/>
      <dgm:spPr/>
      <dgm:t>
        <a:bodyPr/>
        <a:lstStyle/>
        <a:p>
          <a:r>
            <a:rPr lang="cs-CZ" b="0" i="0" baseline="0"/>
            <a:t>Triáda CIA</a:t>
          </a:r>
          <a:endParaRPr lang="en-US"/>
        </a:p>
      </dgm:t>
    </dgm:pt>
    <dgm:pt modelId="{19B4ADAE-6236-4682-BF31-74EEEC444A84}" type="parTrans" cxnId="{6513AA5E-270C-4396-86FC-ADC96D32A5B1}">
      <dgm:prSet/>
      <dgm:spPr/>
      <dgm:t>
        <a:bodyPr/>
        <a:lstStyle/>
        <a:p>
          <a:endParaRPr lang="en-US"/>
        </a:p>
      </dgm:t>
    </dgm:pt>
    <dgm:pt modelId="{6672B4A0-2610-4D5F-9A33-93AE81982CAA}" type="sibTrans" cxnId="{6513AA5E-270C-4396-86FC-ADC96D32A5B1}">
      <dgm:prSet/>
      <dgm:spPr/>
      <dgm:t>
        <a:bodyPr/>
        <a:lstStyle/>
        <a:p>
          <a:endParaRPr lang="en-US"/>
        </a:p>
      </dgm:t>
    </dgm:pt>
    <dgm:pt modelId="{CF76DE77-799D-4DC0-8F21-5C9E2F717B37}">
      <dgm:prSet/>
      <dgm:spPr/>
      <dgm:t>
        <a:bodyPr/>
        <a:lstStyle/>
        <a:p>
          <a:r>
            <a:rPr lang="cs-CZ" b="0" i="0" baseline="0" dirty="0"/>
            <a:t>Prvky kybernetické bezpečnosti</a:t>
          </a:r>
          <a:endParaRPr lang="en-US" dirty="0"/>
        </a:p>
      </dgm:t>
    </dgm:pt>
    <dgm:pt modelId="{D79DF03F-8BB8-4489-A0BC-7775A27625D6}" type="parTrans" cxnId="{76F28F45-88D8-4CB0-AF5B-2107FB9C55A4}">
      <dgm:prSet/>
      <dgm:spPr/>
      <dgm:t>
        <a:bodyPr/>
        <a:lstStyle/>
        <a:p>
          <a:endParaRPr lang="en-US"/>
        </a:p>
      </dgm:t>
    </dgm:pt>
    <dgm:pt modelId="{36AC3EE0-B8E7-46C8-B058-86A675719394}" type="sibTrans" cxnId="{76F28F45-88D8-4CB0-AF5B-2107FB9C55A4}">
      <dgm:prSet/>
      <dgm:spPr/>
      <dgm:t>
        <a:bodyPr/>
        <a:lstStyle/>
        <a:p>
          <a:endParaRPr lang="en-US"/>
        </a:p>
      </dgm:t>
    </dgm:pt>
    <dgm:pt modelId="{B1C819FA-8470-4228-8352-5F940DFE873F}">
      <dgm:prSet/>
      <dgm:spPr/>
      <dgm:t>
        <a:bodyPr/>
        <a:lstStyle/>
        <a:p>
          <a:r>
            <a:rPr lang="cs-CZ" b="0" i="0" baseline="0" dirty="0"/>
            <a:t>Životní cyklus kybernetické bezpečnosti</a:t>
          </a:r>
          <a:endParaRPr lang="en-US" dirty="0"/>
        </a:p>
      </dgm:t>
    </dgm:pt>
    <dgm:pt modelId="{056E20DC-2870-45A6-98EC-BDA579DC6F16}" type="parTrans" cxnId="{C3AB3B66-0344-4FDF-9C25-64347A90069B}">
      <dgm:prSet/>
      <dgm:spPr/>
      <dgm:t>
        <a:bodyPr/>
        <a:lstStyle/>
        <a:p>
          <a:endParaRPr lang="en-US"/>
        </a:p>
      </dgm:t>
    </dgm:pt>
    <dgm:pt modelId="{24E0FC8C-0C0C-42DC-B556-FA57A7891683}" type="sibTrans" cxnId="{C3AB3B66-0344-4FDF-9C25-64347A90069B}">
      <dgm:prSet/>
      <dgm:spPr/>
      <dgm:t>
        <a:bodyPr/>
        <a:lstStyle/>
        <a:p>
          <a:endParaRPr lang="en-US"/>
        </a:p>
      </dgm:t>
    </dgm:pt>
    <dgm:pt modelId="{53AE58CE-7BBF-4752-B0BA-8988861B739E}">
      <dgm:prSet/>
      <dgm:spPr/>
      <dgm:t>
        <a:bodyPr/>
        <a:lstStyle/>
        <a:p>
          <a:r>
            <a:rPr lang="cs-CZ" dirty="0"/>
            <a:t>Lidé</a:t>
          </a:r>
          <a:endParaRPr lang="en-US" dirty="0"/>
        </a:p>
      </dgm:t>
    </dgm:pt>
    <dgm:pt modelId="{00C0B146-2912-4FA7-ADAF-7B057DAA63FE}" type="parTrans" cxnId="{9C48E041-0A24-4747-A33A-3DB5D556A908}">
      <dgm:prSet/>
      <dgm:spPr/>
      <dgm:t>
        <a:bodyPr/>
        <a:lstStyle/>
        <a:p>
          <a:endParaRPr lang="cs-CZ"/>
        </a:p>
      </dgm:t>
    </dgm:pt>
    <dgm:pt modelId="{97AFCE0D-6198-4563-BFDF-B01A00D55F94}" type="sibTrans" cxnId="{9C48E041-0A24-4747-A33A-3DB5D556A908}">
      <dgm:prSet/>
      <dgm:spPr/>
      <dgm:t>
        <a:bodyPr/>
        <a:lstStyle/>
        <a:p>
          <a:endParaRPr lang="cs-CZ"/>
        </a:p>
      </dgm:t>
    </dgm:pt>
    <dgm:pt modelId="{D533A88A-3B9A-4C4D-AB81-32E5496022F5}">
      <dgm:prSet/>
      <dgm:spPr/>
      <dgm:t>
        <a:bodyPr/>
        <a:lstStyle/>
        <a:p>
          <a:r>
            <a:rPr lang="cs-CZ" dirty="0"/>
            <a:t>Technologie</a:t>
          </a:r>
          <a:endParaRPr lang="en-US" dirty="0"/>
        </a:p>
      </dgm:t>
    </dgm:pt>
    <dgm:pt modelId="{1860758F-1D54-4AEF-9CC7-E0721ECE0B91}" type="parTrans" cxnId="{82ADC9BD-C48A-4734-AE17-CED91201CE5B}">
      <dgm:prSet/>
      <dgm:spPr/>
      <dgm:t>
        <a:bodyPr/>
        <a:lstStyle/>
        <a:p>
          <a:endParaRPr lang="cs-CZ"/>
        </a:p>
      </dgm:t>
    </dgm:pt>
    <dgm:pt modelId="{2BC8E01D-32F9-44D1-8E9F-A45313898BDD}" type="sibTrans" cxnId="{82ADC9BD-C48A-4734-AE17-CED91201CE5B}">
      <dgm:prSet/>
      <dgm:spPr/>
      <dgm:t>
        <a:bodyPr/>
        <a:lstStyle/>
        <a:p>
          <a:endParaRPr lang="cs-CZ"/>
        </a:p>
      </dgm:t>
    </dgm:pt>
    <dgm:pt modelId="{FEC65715-799D-4E5E-97AC-6D2E16D851F6}">
      <dgm:prSet/>
      <dgm:spPr/>
      <dgm:t>
        <a:bodyPr/>
        <a:lstStyle/>
        <a:p>
          <a:r>
            <a:rPr lang="cs-CZ" dirty="0"/>
            <a:t>Procesy</a:t>
          </a:r>
          <a:endParaRPr lang="en-US" dirty="0"/>
        </a:p>
      </dgm:t>
    </dgm:pt>
    <dgm:pt modelId="{C64FAAAF-B596-493B-A716-DDC4780D2368}" type="parTrans" cxnId="{1CF6926E-9C74-407F-9AA1-3EAD34BA538E}">
      <dgm:prSet/>
      <dgm:spPr/>
      <dgm:t>
        <a:bodyPr/>
        <a:lstStyle/>
        <a:p>
          <a:endParaRPr lang="cs-CZ"/>
        </a:p>
      </dgm:t>
    </dgm:pt>
    <dgm:pt modelId="{F383D45B-2A6F-4572-B91A-4A05AB3F401C}" type="sibTrans" cxnId="{1CF6926E-9C74-407F-9AA1-3EAD34BA538E}">
      <dgm:prSet/>
      <dgm:spPr/>
      <dgm:t>
        <a:bodyPr/>
        <a:lstStyle/>
        <a:p>
          <a:endParaRPr lang="cs-CZ"/>
        </a:p>
      </dgm:t>
    </dgm:pt>
    <dgm:pt modelId="{7CD52B1E-150E-4137-A693-3C971F0F8E98}" type="pres">
      <dgm:prSet presAssocID="{944A27E9-D70A-4556-8B0D-B9F85A4DED16}" presName="linear" presStyleCnt="0">
        <dgm:presLayoutVars>
          <dgm:animLvl val="lvl"/>
          <dgm:resizeHandles val="exact"/>
        </dgm:presLayoutVars>
      </dgm:prSet>
      <dgm:spPr/>
    </dgm:pt>
    <dgm:pt modelId="{6BC3BC60-E008-4574-8C7F-5646F2F92368}" type="pres">
      <dgm:prSet presAssocID="{C8C20FAE-C3EA-4E2E-83EC-A2DD0B9A7FF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D005F32-61D2-4EFA-87D3-0D841576F18A}" type="pres">
      <dgm:prSet presAssocID="{6672B4A0-2610-4D5F-9A33-93AE81982CAA}" presName="spacer" presStyleCnt="0"/>
      <dgm:spPr/>
    </dgm:pt>
    <dgm:pt modelId="{86E4A02A-9631-4731-8E4E-E873A0CD099D}" type="pres">
      <dgm:prSet presAssocID="{CF76DE77-799D-4DC0-8F21-5C9E2F717B3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0ADF0F1-05E7-4E09-86F6-01D3D6911B11}" type="pres">
      <dgm:prSet presAssocID="{CF76DE77-799D-4DC0-8F21-5C9E2F717B37}" presName="childText" presStyleLbl="revTx" presStyleIdx="0" presStyleCnt="1">
        <dgm:presLayoutVars>
          <dgm:bulletEnabled val="1"/>
        </dgm:presLayoutVars>
      </dgm:prSet>
      <dgm:spPr/>
    </dgm:pt>
    <dgm:pt modelId="{5043CFFB-D5B9-4B8E-84F8-DD42ECF3AC1D}" type="pres">
      <dgm:prSet presAssocID="{B1C819FA-8470-4228-8352-5F940DFE873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5394C15-2CA0-4998-A5FA-758A384F1ECD}" type="presOf" srcId="{C8C20FAE-C3EA-4E2E-83EC-A2DD0B9A7FF5}" destId="{6BC3BC60-E008-4574-8C7F-5646F2F92368}" srcOrd="0" destOrd="0" presId="urn:microsoft.com/office/officeart/2005/8/layout/vList2"/>
    <dgm:cxn modelId="{6513AA5E-270C-4396-86FC-ADC96D32A5B1}" srcId="{944A27E9-D70A-4556-8B0D-B9F85A4DED16}" destId="{C8C20FAE-C3EA-4E2E-83EC-A2DD0B9A7FF5}" srcOrd="0" destOrd="0" parTransId="{19B4ADAE-6236-4682-BF31-74EEEC444A84}" sibTransId="{6672B4A0-2610-4D5F-9A33-93AE81982CAA}"/>
    <dgm:cxn modelId="{9C48E041-0A24-4747-A33A-3DB5D556A908}" srcId="{CF76DE77-799D-4DC0-8F21-5C9E2F717B37}" destId="{53AE58CE-7BBF-4752-B0BA-8988861B739E}" srcOrd="0" destOrd="0" parTransId="{00C0B146-2912-4FA7-ADAF-7B057DAA63FE}" sibTransId="{97AFCE0D-6198-4563-BFDF-B01A00D55F94}"/>
    <dgm:cxn modelId="{76F28F45-88D8-4CB0-AF5B-2107FB9C55A4}" srcId="{944A27E9-D70A-4556-8B0D-B9F85A4DED16}" destId="{CF76DE77-799D-4DC0-8F21-5C9E2F717B37}" srcOrd="1" destOrd="0" parTransId="{D79DF03F-8BB8-4489-A0BC-7775A27625D6}" sibTransId="{36AC3EE0-B8E7-46C8-B058-86A675719394}"/>
    <dgm:cxn modelId="{C3AB3B66-0344-4FDF-9C25-64347A90069B}" srcId="{944A27E9-D70A-4556-8B0D-B9F85A4DED16}" destId="{B1C819FA-8470-4228-8352-5F940DFE873F}" srcOrd="2" destOrd="0" parTransId="{056E20DC-2870-45A6-98EC-BDA579DC6F16}" sibTransId="{24E0FC8C-0C0C-42DC-B556-FA57A7891683}"/>
    <dgm:cxn modelId="{1CF6926E-9C74-407F-9AA1-3EAD34BA538E}" srcId="{CF76DE77-799D-4DC0-8F21-5C9E2F717B37}" destId="{FEC65715-799D-4E5E-97AC-6D2E16D851F6}" srcOrd="2" destOrd="0" parTransId="{C64FAAAF-B596-493B-A716-DDC4780D2368}" sibTransId="{F383D45B-2A6F-4572-B91A-4A05AB3F401C}"/>
    <dgm:cxn modelId="{BEFFAD71-8965-4C3A-868B-E0E307B94B05}" type="presOf" srcId="{944A27E9-D70A-4556-8B0D-B9F85A4DED16}" destId="{7CD52B1E-150E-4137-A693-3C971F0F8E98}" srcOrd="0" destOrd="0" presId="urn:microsoft.com/office/officeart/2005/8/layout/vList2"/>
    <dgm:cxn modelId="{DFD2287B-0B66-45A1-8A45-53877E0D5000}" type="presOf" srcId="{CF76DE77-799D-4DC0-8F21-5C9E2F717B37}" destId="{86E4A02A-9631-4731-8E4E-E873A0CD099D}" srcOrd="0" destOrd="0" presId="urn:microsoft.com/office/officeart/2005/8/layout/vList2"/>
    <dgm:cxn modelId="{322BCDB6-9C9D-4300-B74B-5B54C951FBB2}" type="presOf" srcId="{B1C819FA-8470-4228-8352-5F940DFE873F}" destId="{5043CFFB-D5B9-4B8E-84F8-DD42ECF3AC1D}" srcOrd="0" destOrd="0" presId="urn:microsoft.com/office/officeart/2005/8/layout/vList2"/>
    <dgm:cxn modelId="{D38CD0BB-1750-44F9-94EE-830530D0FD9C}" type="presOf" srcId="{53AE58CE-7BBF-4752-B0BA-8988861B739E}" destId="{70ADF0F1-05E7-4E09-86F6-01D3D6911B11}" srcOrd="0" destOrd="0" presId="urn:microsoft.com/office/officeart/2005/8/layout/vList2"/>
    <dgm:cxn modelId="{82ADC9BD-C48A-4734-AE17-CED91201CE5B}" srcId="{CF76DE77-799D-4DC0-8F21-5C9E2F717B37}" destId="{D533A88A-3B9A-4C4D-AB81-32E5496022F5}" srcOrd="1" destOrd="0" parTransId="{1860758F-1D54-4AEF-9CC7-E0721ECE0B91}" sibTransId="{2BC8E01D-32F9-44D1-8E9F-A45313898BDD}"/>
    <dgm:cxn modelId="{7A63B9C9-395E-42C2-8A6B-75A8F18DD8EE}" type="presOf" srcId="{D533A88A-3B9A-4C4D-AB81-32E5496022F5}" destId="{70ADF0F1-05E7-4E09-86F6-01D3D6911B11}" srcOrd="0" destOrd="1" presId="urn:microsoft.com/office/officeart/2005/8/layout/vList2"/>
    <dgm:cxn modelId="{7E4D33FF-74D1-4DAA-9280-128D76B6DEC4}" type="presOf" srcId="{FEC65715-799D-4E5E-97AC-6D2E16D851F6}" destId="{70ADF0F1-05E7-4E09-86F6-01D3D6911B11}" srcOrd="0" destOrd="2" presId="urn:microsoft.com/office/officeart/2005/8/layout/vList2"/>
    <dgm:cxn modelId="{DE555EF0-AFBF-4587-BE6F-D92EB668ACD7}" type="presParOf" srcId="{7CD52B1E-150E-4137-A693-3C971F0F8E98}" destId="{6BC3BC60-E008-4574-8C7F-5646F2F92368}" srcOrd="0" destOrd="0" presId="urn:microsoft.com/office/officeart/2005/8/layout/vList2"/>
    <dgm:cxn modelId="{328B11AB-A42E-44FC-9370-0B3983008C32}" type="presParOf" srcId="{7CD52B1E-150E-4137-A693-3C971F0F8E98}" destId="{2D005F32-61D2-4EFA-87D3-0D841576F18A}" srcOrd="1" destOrd="0" presId="urn:microsoft.com/office/officeart/2005/8/layout/vList2"/>
    <dgm:cxn modelId="{828A6A34-60F2-4395-913C-95389B4BF16E}" type="presParOf" srcId="{7CD52B1E-150E-4137-A693-3C971F0F8E98}" destId="{86E4A02A-9631-4731-8E4E-E873A0CD099D}" srcOrd="2" destOrd="0" presId="urn:microsoft.com/office/officeart/2005/8/layout/vList2"/>
    <dgm:cxn modelId="{B7DF4461-F0E8-44F7-8C3F-F1B035A90B45}" type="presParOf" srcId="{7CD52B1E-150E-4137-A693-3C971F0F8E98}" destId="{70ADF0F1-05E7-4E09-86F6-01D3D6911B11}" srcOrd="3" destOrd="0" presId="urn:microsoft.com/office/officeart/2005/8/layout/vList2"/>
    <dgm:cxn modelId="{FDE84DDC-4F04-4C92-821D-78DA3CBCDC42}" type="presParOf" srcId="{7CD52B1E-150E-4137-A693-3C971F0F8E98}" destId="{5043CFFB-D5B9-4B8E-84F8-DD42ECF3AC1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44A27E9-D70A-4556-8B0D-B9F85A4DED1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8C20FAE-C3EA-4E2E-83EC-A2DD0B9A7FF5}">
      <dgm:prSet/>
      <dgm:spPr/>
      <dgm:t>
        <a:bodyPr/>
        <a:lstStyle/>
        <a:p>
          <a:r>
            <a:rPr lang="cs-CZ" b="0" i="0" baseline="0"/>
            <a:t>Triáda CIA</a:t>
          </a:r>
          <a:endParaRPr lang="en-US"/>
        </a:p>
      </dgm:t>
    </dgm:pt>
    <dgm:pt modelId="{19B4ADAE-6236-4682-BF31-74EEEC444A84}" type="parTrans" cxnId="{6513AA5E-270C-4396-86FC-ADC96D32A5B1}">
      <dgm:prSet/>
      <dgm:spPr/>
      <dgm:t>
        <a:bodyPr/>
        <a:lstStyle/>
        <a:p>
          <a:endParaRPr lang="en-US"/>
        </a:p>
      </dgm:t>
    </dgm:pt>
    <dgm:pt modelId="{6672B4A0-2610-4D5F-9A33-93AE81982CAA}" type="sibTrans" cxnId="{6513AA5E-270C-4396-86FC-ADC96D32A5B1}">
      <dgm:prSet/>
      <dgm:spPr/>
      <dgm:t>
        <a:bodyPr/>
        <a:lstStyle/>
        <a:p>
          <a:endParaRPr lang="en-US"/>
        </a:p>
      </dgm:t>
    </dgm:pt>
    <dgm:pt modelId="{CF76DE77-799D-4DC0-8F21-5C9E2F717B37}">
      <dgm:prSet/>
      <dgm:spPr/>
      <dgm:t>
        <a:bodyPr/>
        <a:lstStyle/>
        <a:p>
          <a:r>
            <a:rPr lang="cs-CZ" b="0" i="0" baseline="0" dirty="0"/>
            <a:t>Prvky kybernetické bezpečnosti</a:t>
          </a:r>
          <a:endParaRPr lang="en-US" dirty="0"/>
        </a:p>
      </dgm:t>
    </dgm:pt>
    <dgm:pt modelId="{D79DF03F-8BB8-4489-A0BC-7775A27625D6}" type="parTrans" cxnId="{76F28F45-88D8-4CB0-AF5B-2107FB9C55A4}">
      <dgm:prSet/>
      <dgm:spPr/>
      <dgm:t>
        <a:bodyPr/>
        <a:lstStyle/>
        <a:p>
          <a:endParaRPr lang="en-US"/>
        </a:p>
      </dgm:t>
    </dgm:pt>
    <dgm:pt modelId="{36AC3EE0-B8E7-46C8-B058-86A675719394}" type="sibTrans" cxnId="{76F28F45-88D8-4CB0-AF5B-2107FB9C55A4}">
      <dgm:prSet/>
      <dgm:spPr/>
      <dgm:t>
        <a:bodyPr/>
        <a:lstStyle/>
        <a:p>
          <a:endParaRPr lang="en-US"/>
        </a:p>
      </dgm:t>
    </dgm:pt>
    <dgm:pt modelId="{B1C819FA-8470-4228-8352-5F940DFE873F}">
      <dgm:prSet/>
      <dgm:spPr/>
      <dgm:t>
        <a:bodyPr/>
        <a:lstStyle/>
        <a:p>
          <a:r>
            <a:rPr lang="cs-CZ" b="0" i="0" baseline="0" dirty="0"/>
            <a:t>Životní cyklus kybernetické bezpečnosti</a:t>
          </a:r>
          <a:endParaRPr lang="en-US" dirty="0"/>
        </a:p>
      </dgm:t>
    </dgm:pt>
    <dgm:pt modelId="{056E20DC-2870-45A6-98EC-BDA579DC6F16}" type="parTrans" cxnId="{C3AB3B66-0344-4FDF-9C25-64347A90069B}">
      <dgm:prSet/>
      <dgm:spPr/>
      <dgm:t>
        <a:bodyPr/>
        <a:lstStyle/>
        <a:p>
          <a:endParaRPr lang="en-US"/>
        </a:p>
      </dgm:t>
    </dgm:pt>
    <dgm:pt modelId="{24E0FC8C-0C0C-42DC-B556-FA57A7891683}" type="sibTrans" cxnId="{C3AB3B66-0344-4FDF-9C25-64347A90069B}">
      <dgm:prSet/>
      <dgm:spPr/>
      <dgm:t>
        <a:bodyPr/>
        <a:lstStyle/>
        <a:p>
          <a:endParaRPr lang="en-US"/>
        </a:p>
      </dgm:t>
    </dgm:pt>
    <dgm:pt modelId="{494DE10D-A646-4CFB-B13F-2F81641344AD}">
      <dgm:prSet/>
      <dgm:spPr/>
      <dgm:t>
        <a:bodyPr/>
        <a:lstStyle/>
        <a:p>
          <a:r>
            <a:rPr lang="cs-CZ" dirty="0"/>
            <a:t>Prevence</a:t>
          </a:r>
          <a:endParaRPr lang="en-US" dirty="0"/>
        </a:p>
      </dgm:t>
    </dgm:pt>
    <dgm:pt modelId="{A13BD1E8-73E8-49C1-8E5E-915FF867320D}" type="parTrans" cxnId="{7AF48947-0FBB-4FEA-910C-F8981AC8AC19}">
      <dgm:prSet/>
      <dgm:spPr/>
      <dgm:t>
        <a:bodyPr/>
        <a:lstStyle/>
        <a:p>
          <a:endParaRPr lang="cs-CZ"/>
        </a:p>
      </dgm:t>
    </dgm:pt>
    <dgm:pt modelId="{BB020050-6993-4CC4-A225-47446FF5FA66}" type="sibTrans" cxnId="{7AF48947-0FBB-4FEA-910C-F8981AC8AC19}">
      <dgm:prSet/>
      <dgm:spPr/>
      <dgm:t>
        <a:bodyPr/>
        <a:lstStyle/>
        <a:p>
          <a:endParaRPr lang="cs-CZ"/>
        </a:p>
      </dgm:t>
    </dgm:pt>
    <dgm:pt modelId="{578E89C4-8BE5-4FB9-A2CD-9F0B4A9A5625}">
      <dgm:prSet/>
      <dgm:spPr/>
      <dgm:t>
        <a:bodyPr/>
        <a:lstStyle/>
        <a:p>
          <a:r>
            <a:rPr lang="cs-CZ" dirty="0"/>
            <a:t>Detekce</a:t>
          </a:r>
          <a:endParaRPr lang="en-US" dirty="0"/>
        </a:p>
      </dgm:t>
    </dgm:pt>
    <dgm:pt modelId="{2DCC0D6B-736C-4AAE-85FC-5752E0D0AF62}" type="parTrans" cxnId="{B3CBE7DA-0CCA-4396-AFB6-91691886A5F7}">
      <dgm:prSet/>
      <dgm:spPr/>
      <dgm:t>
        <a:bodyPr/>
        <a:lstStyle/>
        <a:p>
          <a:endParaRPr lang="cs-CZ"/>
        </a:p>
      </dgm:t>
    </dgm:pt>
    <dgm:pt modelId="{708A9C03-3661-4E33-B062-564BFAF2342E}" type="sibTrans" cxnId="{B3CBE7DA-0CCA-4396-AFB6-91691886A5F7}">
      <dgm:prSet/>
      <dgm:spPr/>
      <dgm:t>
        <a:bodyPr/>
        <a:lstStyle/>
        <a:p>
          <a:endParaRPr lang="cs-CZ"/>
        </a:p>
      </dgm:t>
    </dgm:pt>
    <dgm:pt modelId="{D1A30569-6992-41B5-BB01-9781B72755D8}">
      <dgm:prSet/>
      <dgm:spPr/>
      <dgm:t>
        <a:bodyPr/>
        <a:lstStyle/>
        <a:p>
          <a:r>
            <a:rPr lang="cs-CZ" dirty="0"/>
            <a:t>Reakce</a:t>
          </a:r>
          <a:endParaRPr lang="en-US" dirty="0"/>
        </a:p>
      </dgm:t>
    </dgm:pt>
    <dgm:pt modelId="{72BDE946-FA5C-4507-BE22-065F4164D1F0}" type="parTrans" cxnId="{A808E941-4DB2-428E-AEC8-5754D50B8C6F}">
      <dgm:prSet/>
      <dgm:spPr/>
      <dgm:t>
        <a:bodyPr/>
        <a:lstStyle/>
        <a:p>
          <a:endParaRPr lang="cs-CZ"/>
        </a:p>
      </dgm:t>
    </dgm:pt>
    <dgm:pt modelId="{247256E7-9369-4D5C-93A9-E8E58B4CDAA8}" type="sibTrans" cxnId="{A808E941-4DB2-428E-AEC8-5754D50B8C6F}">
      <dgm:prSet/>
      <dgm:spPr/>
      <dgm:t>
        <a:bodyPr/>
        <a:lstStyle/>
        <a:p>
          <a:endParaRPr lang="cs-CZ"/>
        </a:p>
      </dgm:t>
    </dgm:pt>
    <dgm:pt modelId="{7CD52B1E-150E-4137-A693-3C971F0F8E98}" type="pres">
      <dgm:prSet presAssocID="{944A27E9-D70A-4556-8B0D-B9F85A4DED16}" presName="linear" presStyleCnt="0">
        <dgm:presLayoutVars>
          <dgm:animLvl val="lvl"/>
          <dgm:resizeHandles val="exact"/>
        </dgm:presLayoutVars>
      </dgm:prSet>
      <dgm:spPr/>
    </dgm:pt>
    <dgm:pt modelId="{6BC3BC60-E008-4574-8C7F-5646F2F92368}" type="pres">
      <dgm:prSet presAssocID="{C8C20FAE-C3EA-4E2E-83EC-A2DD0B9A7FF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D005F32-61D2-4EFA-87D3-0D841576F18A}" type="pres">
      <dgm:prSet presAssocID="{6672B4A0-2610-4D5F-9A33-93AE81982CAA}" presName="spacer" presStyleCnt="0"/>
      <dgm:spPr/>
    </dgm:pt>
    <dgm:pt modelId="{86E4A02A-9631-4731-8E4E-E873A0CD099D}" type="pres">
      <dgm:prSet presAssocID="{CF76DE77-799D-4DC0-8F21-5C9E2F717B3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C5DAB85-4A76-4199-BC2F-9DEFC7A984DA}" type="pres">
      <dgm:prSet presAssocID="{36AC3EE0-B8E7-46C8-B058-86A675719394}" presName="spacer" presStyleCnt="0"/>
      <dgm:spPr/>
    </dgm:pt>
    <dgm:pt modelId="{5043CFFB-D5B9-4B8E-84F8-DD42ECF3AC1D}" type="pres">
      <dgm:prSet presAssocID="{B1C819FA-8470-4228-8352-5F940DFE873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AA0E018-7009-4FE6-B81F-EF4F7CCE896B}" type="pres">
      <dgm:prSet presAssocID="{B1C819FA-8470-4228-8352-5F940DFE873F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051ED105-1070-4939-9F28-59E1D9994BBF}" type="presOf" srcId="{578E89C4-8BE5-4FB9-A2CD-9F0B4A9A5625}" destId="{2AA0E018-7009-4FE6-B81F-EF4F7CCE896B}" srcOrd="0" destOrd="1" presId="urn:microsoft.com/office/officeart/2005/8/layout/vList2"/>
    <dgm:cxn modelId="{D5394C15-2CA0-4998-A5FA-758A384F1ECD}" type="presOf" srcId="{C8C20FAE-C3EA-4E2E-83EC-A2DD0B9A7FF5}" destId="{6BC3BC60-E008-4574-8C7F-5646F2F92368}" srcOrd="0" destOrd="0" presId="urn:microsoft.com/office/officeart/2005/8/layout/vList2"/>
    <dgm:cxn modelId="{6513AA5E-270C-4396-86FC-ADC96D32A5B1}" srcId="{944A27E9-D70A-4556-8B0D-B9F85A4DED16}" destId="{C8C20FAE-C3EA-4E2E-83EC-A2DD0B9A7FF5}" srcOrd="0" destOrd="0" parTransId="{19B4ADAE-6236-4682-BF31-74EEEC444A84}" sibTransId="{6672B4A0-2610-4D5F-9A33-93AE81982CAA}"/>
    <dgm:cxn modelId="{A808E941-4DB2-428E-AEC8-5754D50B8C6F}" srcId="{B1C819FA-8470-4228-8352-5F940DFE873F}" destId="{D1A30569-6992-41B5-BB01-9781B72755D8}" srcOrd="2" destOrd="0" parTransId="{72BDE946-FA5C-4507-BE22-065F4164D1F0}" sibTransId="{247256E7-9369-4D5C-93A9-E8E58B4CDAA8}"/>
    <dgm:cxn modelId="{76F28F45-88D8-4CB0-AF5B-2107FB9C55A4}" srcId="{944A27E9-D70A-4556-8B0D-B9F85A4DED16}" destId="{CF76DE77-799D-4DC0-8F21-5C9E2F717B37}" srcOrd="1" destOrd="0" parTransId="{D79DF03F-8BB8-4489-A0BC-7775A27625D6}" sibTransId="{36AC3EE0-B8E7-46C8-B058-86A675719394}"/>
    <dgm:cxn modelId="{C3AB3B66-0344-4FDF-9C25-64347A90069B}" srcId="{944A27E9-D70A-4556-8B0D-B9F85A4DED16}" destId="{B1C819FA-8470-4228-8352-5F940DFE873F}" srcOrd="2" destOrd="0" parTransId="{056E20DC-2870-45A6-98EC-BDA579DC6F16}" sibTransId="{24E0FC8C-0C0C-42DC-B556-FA57A7891683}"/>
    <dgm:cxn modelId="{7AF48947-0FBB-4FEA-910C-F8981AC8AC19}" srcId="{B1C819FA-8470-4228-8352-5F940DFE873F}" destId="{494DE10D-A646-4CFB-B13F-2F81641344AD}" srcOrd="0" destOrd="0" parTransId="{A13BD1E8-73E8-49C1-8E5E-915FF867320D}" sibTransId="{BB020050-6993-4CC4-A225-47446FF5FA66}"/>
    <dgm:cxn modelId="{BEFFAD71-8965-4C3A-868B-E0E307B94B05}" type="presOf" srcId="{944A27E9-D70A-4556-8B0D-B9F85A4DED16}" destId="{7CD52B1E-150E-4137-A693-3C971F0F8E98}" srcOrd="0" destOrd="0" presId="urn:microsoft.com/office/officeart/2005/8/layout/vList2"/>
    <dgm:cxn modelId="{E107B572-E34F-420F-AD0A-0B708712B2AE}" type="presOf" srcId="{494DE10D-A646-4CFB-B13F-2F81641344AD}" destId="{2AA0E018-7009-4FE6-B81F-EF4F7CCE896B}" srcOrd="0" destOrd="0" presId="urn:microsoft.com/office/officeart/2005/8/layout/vList2"/>
    <dgm:cxn modelId="{DFD2287B-0B66-45A1-8A45-53877E0D5000}" type="presOf" srcId="{CF76DE77-799D-4DC0-8F21-5C9E2F717B37}" destId="{86E4A02A-9631-4731-8E4E-E873A0CD099D}" srcOrd="0" destOrd="0" presId="urn:microsoft.com/office/officeart/2005/8/layout/vList2"/>
    <dgm:cxn modelId="{322BCDB6-9C9D-4300-B74B-5B54C951FBB2}" type="presOf" srcId="{B1C819FA-8470-4228-8352-5F940DFE873F}" destId="{5043CFFB-D5B9-4B8E-84F8-DD42ECF3AC1D}" srcOrd="0" destOrd="0" presId="urn:microsoft.com/office/officeart/2005/8/layout/vList2"/>
    <dgm:cxn modelId="{B3CBE7DA-0CCA-4396-AFB6-91691886A5F7}" srcId="{B1C819FA-8470-4228-8352-5F940DFE873F}" destId="{578E89C4-8BE5-4FB9-A2CD-9F0B4A9A5625}" srcOrd="1" destOrd="0" parTransId="{2DCC0D6B-736C-4AAE-85FC-5752E0D0AF62}" sibTransId="{708A9C03-3661-4E33-B062-564BFAF2342E}"/>
    <dgm:cxn modelId="{BFD99AF3-BA35-4947-A871-F1312BDE20C1}" type="presOf" srcId="{D1A30569-6992-41B5-BB01-9781B72755D8}" destId="{2AA0E018-7009-4FE6-B81F-EF4F7CCE896B}" srcOrd="0" destOrd="2" presId="urn:microsoft.com/office/officeart/2005/8/layout/vList2"/>
    <dgm:cxn modelId="{DE555EF0-AFBF-4587-BE6F-D92EB668ACD7}" type="presParOf" srcId="{7CD52B1E-150E-4137-A693-3C971F0F8E98}" destId="{6BC3BC60-E008-4574-8C7F-5646F2F92368}" srcOrd="0" destOrd="0" presId="urn:microsoft.com/office/officeart/2005/8/layout/vList2"/>
    <dgm:cxn modelId="{328B11AB-A42E-44FC-9370-0B3983008C32}" type="presParOf" srcId="{7CD52B1E-150E-4137-A693-3C971F0F8E98}" destId="{2D005F32-61D2-4EFA-87D3-0D841576F18A}" srcOrd="1" destOrd="0" presId="urn:microsoft.com/office/officeart/2005/8/layout/vList2"/>
    <dgm:cxn modelId="{828A6A34-60F2-4395-913C-95389B4BF16E}" type="presParOf" srcId="{7CD52B1E-150E-4137-A693-3C971F0F8E98}" destId="{86E4A02A-9631-4731-8E4E-E873A0CD099D}" srcOrd="2" destOrd="0" presId="urn:microsoft.com/office/officeart/2005/8/layout/vList2"/>
    <dgm:cxn modelId="{C8DB21BF-DD23-4392-8451-73351E5BD0DA}" type="presParOf" srcId="{7CD52B1E-150E-4137-A693-3C971F0F8E98}" destId="{9C5DAB85-4A76-4199-BC2F-9DEFC7A984DA}" srcOrd="3" destOrd="0" presId="urn:microsoft.com/office/officeart/2005/8/layout/vList2"/>
    <dgm:cxn modelId="{FDE84DDC-4F04-4C92-821D-78DA3CBCDC42}" type="presParOf" srcId="{7CD52B1E-150E-4137-A693-3C971F0F8E98}" destId="{5043CFFB-D5B9-4B8E-84F8-DD42ECF3AC1D}" srcOrd="4" destOrd="0" presId="urn:microsoft.com/office/officeart/2005/8/layout/vList2"/>
    <dgm:cxn modelId="{7FC46433-5A6A-4BE9-8B0A-6F9687C8ED22}" type="presParOf" srcId="{7CD52B1E-150E-4137-A693-3C971F0F8E98}" destId="{2AA0E018-7009-4FE6-B81F-EF4F7CCE896B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8131FDF-11C8-4844-9E37-4FFE0CE05EC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19C31CA-FBAA-4240-8171-FD936DA6EE47}">
      <dgm:prSet/>
      <dgm:spPr/>
      <dgm:t>
        <a:bodyPr/>
        <a:lstStyle/>
        <a:p>
          <a:r>
            <a:rPr lang="cs-CZ" b="0" i="0" baseline="0" dirty="0"/>
            <a:t>Riziko</a:t>
          </a:r>
          <a:endParaRPr lang="en-US" dirty="0"/>
        </a:p>
      </dgm:t>
    </dgm:pt>
    <dgm:pt modelId="{8F38444D-49B2-41D9-9FFA-CE9807258C89}" type="parTrans" cxnId="{8F2587AD-59F3-4A04-9CAD-AA314A324F90}">
      <dgm:prSet/>
      <dgm:spPr/>
      <dgm:t>
        <a:bodyPr/>
        <a:lstStyle/>
        <a:p>
          <a:endParaRPr lang="en-US"/>
        </a:p>
      </dgm:t>
    </dgm:pt>
    <dgm:pt modelId="{355F8E13-0481-420F-A6D9-3CDB46DA6281}" type="sibTrans" cxnId="{8F2587AD-59F3-4A04-9CAD-AA314A324F90}">
      <dgm:prSet/>
      <dgm:spPr/>
      <dgm:t>
        <a:bodyPr/>
        <a:lstStyle/>
        <a:p>
          <a:endParaRPr lang="en-US"/>
        </a:p>
      </dgm:t>
    </dgm:pt>
    <dgm:pt modelId="{7F8D53B4-7689-40E1-BB81-A7496CA345B8}">
      <dgm:prSet/>
      <dgm:spPr/>
      <dgm:t>
        <a:bodyPr/>
        <a:lstStyle/>
        <a:p>
          <a:r>
            <a:rPr lang="cs-CZ" b="0" i="0" baseline="0" dirty="0"/>
            <a:t>Aktivum</a:t>
          </a:r>
          <a:endParaRPr lang="en-US" dirty="0"/>
        </a:p>
      </dgm:t>
    </dgm:pt>
    <dgm:pt modelId="{145497E8-7551-437E-ACA4-030B1E003252}" type="parTrans" cxnId="{8C66E1D1-52F4-429E-A084-FB866491AA04}">
      <dgm:prSet/>
      <dgm:spPr/>
      <dgm:t>
        <a:bodyPr/>
        <a:lstStyle/>
        <a:p>
          <a:endParaRPr lang="en-US"/>
        </a:p>
      </dgm:t>
    </dgm:pt>
    <dgm:pt modelId="{511FC838-78ED-42A4-BA8C-A204AE95AA89}" type="sibTrans" cxnId="{8C66E1D1-52F4-429E-A084-FB866491AA04}">
      <dgm:prSet/>
      <dgm:spPr/>
      <dgm:t>
        <a:bodyPr/>
        <a:lstStyle/>
        <a:p>
          <a:endParaRPr lang="en-US"/>
        </a:p>
      </dgm:t>
    </dgm:pt>
    <dgm:pt modelId="{A9076D7B-99CD-4FF9-8065-D778F1C108F1}">
      <dgm:prSet/>
      <dgm:spPr/>
      <dgm:t>
        <a:bodyPr/>
        <a:lstStyle/>
        <a:p>
          <a:r>
            <a:rPr lang="cs-CZ" b="0" i="0" baseline="0"/>
            <a:t>Zranitelnost</a:t>
          </a:r>
          <a:endParaRPr lang="en-US"/>
        </a:p>
      </dgm:t>
    </dgm:pt>
    <dgm:pt modelId="{A1565353-C746-46A4-ACD6-B8C35FD27535}" type="parTrans" cxnId="{DF2AB5AA-93D4-4279-8901-C9C210B68A73}">
      <dgm:prSet/>
      <dgm:spPr/>
      <dgm:t>
        <a:bodyPr/>
        <a:lstStyle/>
        <a:p>
          <a:endParaRPr lang="en-US"/>
        </a:p>
      </dgm:t>
    </dgm:pt>
    <dgm:pt modelId="{2EEEC626-74FC-4577-8624-8967544D1FB4}" type="sibTrans" cxnId="{DF2AB5AA-93D4-4279-8901-C9C210B68A73}">
      <dgm:prSet/>
      <dgm:spPr/>
      <dgm:t>
        <a:bodyPr/>
        <a:lstStyle/>
        <a:p>
          <a:endParaRPr lang="en-US"/>
        </a:p>
      </dgm:t>
    </dgm:pt>
    <dgm:pt modelId="{6EC9C716-7E0A-422B-8D87-29495A7C8912}">
      <dgm:prSet/>
      <dgm:spPr/>
      <dgm:t>
        <a:bodyPr/>
        <a:lstStyle/>
        <a:p>
          <a:r>
            <a:rPr lang="cs-CZ" dirty="0"/>
            <a:t>Pravděpodobnost s jakou může nastat nechtěná událost</a:t>
          </a:r>
          <a:endParaRPr lang="en-US" dirty="0"/>
        </a:p>
      </dgm:t>
    </dgm:pt>
    <dgm:pt modelId="{64076D98-6FD4-4DF1-B0FB-3510CF547514}" type="parTrans" cxnId="{82A242C9-1EFA-4E9C-A8D7-341BA7469ADC}">
      <dgm:prSet/>
      <dgm:spPr/>
      <dgm:t>
        <a:bodyPr/>
        <a:lstStyle/>
        <a:p>
          <a:endParaRPr lang="cs-CZ"/>
        </a:p>
      </dgm:t>
    </dgm:pt>
    <dgm:pt modelId="{211ECDDF-EB93-4416-A754-7B6822877231}" type="sibTrans" cxnId="{82A242C9-1EFA-4E9C-A8D7-341BA7469ADC}">
      <dgm:prSet/>
      <dgm:spPr/>
      <dgm:t>
        <a:bodyPr/>
        <a:lstStyle/>
        <a:p>
          <a:endParaRPr lang="cs-CZ"/>
        </a:p>
      </dgm:t>
    </dgm:pt>
    <dgm:pt modelId="{4EF9A67E-9332-4C56-8A64-F69C88E2A795}" type="pres">
      <dgm:prSet presAssocID="{38131FDF-11C8-4844-9E37-4FFE0CE05ECD}" presName="linear" presStyleCnt="0">
        <dgm:presLayoutVars>
          <dgm:animLvl val="lvl"/>
          <dgm:resizeHandles val="exact"/>
        </dgm:presLayoutVars>
      </dgm:prSet>
      <dgm:spPr/>
    </dgm:pt>
    <dgm:pt modelId="{5BDA7517-36F6-482F-942A-FFE85386CD8A}" type="pres">
      <dgm:prSet presAssocID="{219C31CA-FBAA-4240-8171-FD936DA6EE4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B7CB70A-CE90-4576-BDFD-66A421DAABF0}" type="pres">
      <dgm:prSet presAssocID="{219C31CA-FBAA-4240-8171-FD936DA6EE47}" presName="childText" presStyleLbl="revTx" presStyleIdx="0" presStyleCnt="1">
        <dgm:presLayoutVars>
          <dgm:bulletEnabled val="1"/>
        </dgm:presLayoutVars>
      </dgm:prSet>
      <dgm:spPr/>
    </dgm:pt>
    <dgm:pt modelId="{449B060A-04BE-4B13-B393-F118805BE0BD}" type="pres">
      <dgm:prSet presAssocID="{7F8D53B4-7689-40E1-BB81-A7496CA345B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3BF16A6-4431-4F85-87EE-760E6143EF27}" type="pres">
      <dgm:prSet presAssocID="{511FC838-78ED-42A4-BA8C-A204AE95AA89}" presName="spacer" presStyleCnt="0"/>
      <dgm:spPr/>
    </dgm:pt>
    <dgm:pt modelId="{6AA169D7-0AA9-48E9-9D9A-481937C242BA}" type="pres">
      <dgm:prSet presAssocID="{A9076D7B-99CD-4FF9-8065-D778F1C108F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4212745-8C35-4FCB-AC61-998A7897C8C0}" type="presOf" srcId="{7F8D53B4-7689-40E1-BB81-A7496CA345B8}" destId="{449B060A-04BE-4B13-B393-F118805BE0BD}" srcOrd="0" destOrd="0" presId="urn:microsoft.com/office/officeart/2005/8/layout/vList2"/>
    <dgm:cxn modelId="{5A545B45-CD1E-4227-AF8A-67F424EB9D8B}" type="presOf" srcId="{219C31CA-FBAA-4240-8171-FD936DA6EE47}" destId="{5BDA7517-36F6-482F-942A-FFE85386CD8A}" srcOrd="0" destOrd="0" presId="urn:microsoft.com/office/officeart/2005/8/layout/vList2"/>
    <dgm:cxn modelId="{EC0ED76A-7566-40B3-8C2E-A8912C6590BF}" type="presOf" srcId="{6EC9C716-7E0A-422B-8D87-29495A7C8912}" destId="{DB7CB70A-CE90-4576-BDFD-66A421DAABF0}" srcOrd="0" destOrd="0" presId="urn:microsoft.com/office/officeart/2005/8/layout/vList2"/>
    <dgm:cxn modelId="{22B8AA52-56A2-4B9F-A4BC-57FF39FF5147}" type="presOf" srcId="{A9076D7B-99CD-4FF9-8065-D778F1C108F1}" destId="{6AA169D7-0AA9-48E9-9D9A-481937C242BA}" srcOrd="0" destOrd="0" presId="urn:microsoft.com/office/officeart/2005/8/layout/vList2"/>
    <dgm:cxn modelId="{DF2AB5AA-93D4-4279-8901-C9C210B68A73}" srcId="{38131FDF-11C8-4844-9E37-4FFE0CE05ECD}" destId="{A9076D7B-99CD-4FF9-8065-D778F1C108F1}" srcOrd="2" destOrd="0" parTransId="{A1565353-C746-46A4-ACD6-B8C35FD27535}" sibTransId="{2EEEC626-74FC-4577-8624-8967544D1FB4}"/>
    <dgm:cxn modelId="{8F2587AD-59F3-4A04-9CAD-AA314A324F90}" srcId="{38131FDF-11C8-4844-9E37-4FFE0CE05ECD}" destId="{219C31CA-FBAA-4240-8171-FD936DA6EE47}" srcOrd="0" destOrd="0" parTransId="{8F38444D-49B2-41D9-9FFA-CE9807258C89}" sibTransId="{355F8E13-0481-420F-A6D9-3CDB46DA6281}"/>
    <dgm:cxn modelId="{82A242C9-1EFA-4E9C-A8D7-341BA7469ADC}" srcId="{219C31CA-FBAA-4240-8171-FD936DA6EE47}" destId="{6EC9C716-7E0A-422B-8D87-29495A7C8912}" srcOrd="0" destOrd="0" parTransId="{64076D98-6FD4-4DF1-B0FB-3510CF547514}" sibTransId="{211ECDDF-EB93-4416-A754-7B6822877231}"/>
    <dgm:cxn modelId="{8C66E1D1-52F4-429E-A084-FB866491AA04}" srcId="{38131FDF-11C8-4844-9E37-4FFE0CE05ECD}" destId="{7F8D53B4-7689-40E1-BB81-A7496CA345B8}" srcOrd="1" destOrd="0" parTransId="{145497E8-7551-437E-ACA4-030B1E003252}" sibTransId="{511FC838-78ED-42A4-BA8C-A204AE95AA89}"/>
    <dgm:cxn modelId="{5F36A1EC-A38A-4BE1-BD6B-861AAE4CF1EB}" type="presOf" srcId="{38131FDF-11C8-4844-9E37-4FFE0CE05ECD}" destId="{4EF9A67E-9332-4C56-8A64-F69C88E2A795}" srcOrd="0" destOrd="0" presId="urn:microsoft.com/office/officeart/2005/8/layout/vList2"/>
    <dgm:cxn modelId="{05065213-2151-4A32-A32D-3D84033CF428}" type="presParOf" srcId="{4EF9A67E-9332-4C56-8A64-F69C88E2A795}" destId="{5BDA7517-36F6-482F-942A-FFE85386CD8A}" srcOrd="0" destOrd="0" presId="urn:microsoft.com/office/officeart/2005/8/layout/vList2"/>
    <dgm:cxn modelId="{B9964033-25FC-4BBD-838E-2F77BB084285}" type="presParOf" srcId="{4EF9A67E-9332-4C56-8A64-F69C88E2A795}" destId="{DB7CB70A-CE90-4576-BDFD-66A421DAABF0}" srcOrd="1" destOrd="0" presId="urn:microsoft.com/office/officeart/2005/8/layout/vList2"/>
    <dgm:cxn modelId="{2D6118C3-504D-41F2-BCD2-4671620F0469}" type="presParOf" srcId="{4EF9A67E-9332-4C56-8A64-F69C88E2A795}" destId="{449B060A-04BE-4B13-B393-F118805BE0BD}" srcOrd="2" destOrd="0" presId="urn:microsoft.com/office/officeart/2005/8/layout/vList2"/>
    <dgm:cxn modelId="{61BACC49-35FA-4F4F-9AE5-8471F8AE7C95}" type="presParOf" srcId="{4EF9A67E-9332-4C56-8A64-F69C88E2A795}" destId="{33BF16A6-4431-4F85-87EE-760E6143EF27}" srcOrd="3" destOrd="0" presId="urn:microsoft.com/office/officeart/2005/8/layout/vList2"/>
    <dgm:cxn modelId="{D5DFF363-66FF-476E-B7C6-C46B9F766FA9}" type="presParOf" srcId="{4EF9A67E-9332-4C56-8A64-F69C88E2A795}" destId="{6AA169D7-0AA9-48E9-9D9A-481937C242B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8131FDF-11C8-4844-9E37-4FFE0CE05EC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19C31CA-FBAA-4240-8171-FD936DA6EE47}">
      <dgm:prSet/>
      <dgm:spPr/>
      <dgm:t>
        <a:bodyPr/>
        <a:lstStyle/>
        <a:p>
          <a:r>
            <a:rPr lang="cs-CZ" b="0" i="0" baseline="0" dirty="0"/>
            <a:t>Riziko</a:t>
          </a:r>
          <a:endParaRPr lang="en-US" dirty="0"/>
        </a:p>
      </dgm:t>
    </dgm:pt>
    <dgm:pt modelId="{8F38444D-49B2-41D9-9FFA-CE9807258C89}" type="parTrans" cxnId="{8F2587AD-59F3-4A04-9CAD-AA314A324F90}">
      <dgm:prSet/>
      <dgm:spPr/>
      <dgm:t>
        <a:bodyPr/>
        <a:lstStyle/>
        <a:p>
          <a:endParaRPr lang="en-US"/>
        </a:p>
      </dgm:t>
    </dgm:pt>
    <dgm:pt modelId="{355F8E13-0481-420F-A6D9-3CDB46DA6281}" type="sibTrans" cxnId="{8F2587AD-59F3-4A04-9CAD-AA314A324F90}">
      <dgm:prSet/>
      <dgm:spPr/>
      <dgm:t>
        <a:bodyPr/>
        <a:lstStyle/>
        <a:p>
          <a:endParaRPr lang="en-US"/>
        </a:p>
      </dgm:t>
    </dgm:pt>
    <dgm:pt modelId="{7F8D53B4-7689-40E1-BB81-A7496CA345B8}">
      <dgm:prSet/>
      <dgm:spPr/>
      <dgm:t>
        <a:bodyPr/>
        <a:lstStyle/>
        <a:p>
          <a:r>
            <a:rPr lang="cs-CZ" b="0" i="0" baseline="0" dirty="0"/>
            <a:t>Aktivum</a:t>
          </a:r>
          <a:endParaRPr lang="en-US" dirty="0"/>
        </a:p>
      </dgm:t>
    </dgm:pt>
    <dgm:pt modelId="{145497E8-7551-437E-ACA4-030B1E003252}" type="parTrans" cxnId="{8C66E1D1-52F4-429E-A084-FB866491AA04}">
      <dgm:prSet/>
      <dgm:spPr/>
      <dgm:t>
        <a:bodyPr/>
        <a:lstStyle/>
        <a:p>
          <a:endParaRPr lang="en-US"/>
        </a:p>
      </dgm:t>
    </dgm:pt>
    <dgm:pt modelId="{511FC838-78ED-42A4-BA8C-A204AE95AA89}" type="sibTrans" cxnId="{8C66E1D1-52F4-429E-A084-FB866491AA04}">
      <dgm:prSet/>
      <dgm:spPr/>
      <dgm:t>
        <a:bodyPr/>
        <a:lstStyle/>
        <a:p>
          <a:endParaRPr lang="en-US"/>
        </a:p>
      </dgm:t>
    </dgm:pt>
    <dgm:pt modelId="{A9076D7B-99CD-4FF9-8065-D778F1C108F1}">
      <dgm:prSet/>
      <dgm:spPr/>
      <dgm:t>
        <a:bodyPr/>
        <a:lstStyle/>
        <a:p>
          <a:r>
            <a:rPr lang="cs-CZ" b="0" i="0" baseline="0"/>
            <a:t>Zranitelnost</a:t>
          </a:r>
          <a:endParaRPr lang="en-US"/>
        </a:p>
      </dgm:t>
    </dgm:pt>
    <dgm:pt modelId="{A1565353-C746-46A4-ACD6-B8C35FD27535}" type="parTrans" cxnId="{DF2AB5AA-93D4-4279-8901-C9C210B68A73}">
      <dgm:prSet/>
      <dgm:spPr/>
      <dgm:t>
        <a:bodyPr/>
        <a:lstStyle/>
        <a:p>
          <a:endParaRPr lang="en-US"/>
        </a:p>
      </dgm:t>
    </dgm:pt>
    <dgm:pt modelId="{2EEEC626-74FC-4577-8624-8967544D1FB4}" type="sibTrans" cxnId="{DF2AB5AA-93D4-4279-8901-C9C210B68A73}">
      <dgm:prSet/>
      <dgm:spPr/>
      <dgm:t>
        <a:bodyPr/>
        <a:lstStyle/>
        <a:p>
          <a:endParaRPr lang="en-US"/>
        </a:p>
      </dgm:t>
    </dgm:pt>
    <dgm:pt modelId="{9C19EF7E-3E87-4C20-B5C3-6E3060748FC3}">
      <dgm:prSet/>
      <dgm:spPr/>
      <dgm:t>
        <a:bodyPr/>
        <a:lstStyle/>
        <a:p>
          <a:r>
            <a:rPr lang="cs-CZ" dirty="0"/>
            <a:t>Cokoliv co má určitou hodnotu pro osobu, organizaci či stát (data, služba)</a:t>
          </a:r>
          <a:endParaRPr lang="en-US" dirty="0"/>
        </a:p>
      </dgm:t>
    </dgm:pt>
    <dgm:pt modelId="{68012F41-B8E6-4821-9EF0-38E5CE816FFE}" type="parTrans" cxnId="{B3CC3827-5254-4417-9600-62A05F1E1B49}">
      <dgm:prSet/>
      <dgm:spPr/>
      <dgm:t>
        <a:bodyPr/>
        <a:lstStyle/>
        <a:p>
          <a:endParaRPr lang="cs-CZ"/>
        </a:p>
      </dgm:t>
    </dgm:pt>
    <dgm:pt modelId="{6059F327-FB2D-447C-AA7F-CE0426DF4B0A}" type="sibTrans" cxnId="{B3CC3827-5254-4417-9600-62A05F1E1B49}">
      <dgm:prSet/>
      <dgm:spPr/>
      <dgm:t>
        <a:bodyPr/>
        <a:lstStyle/>
        <a:p>
          <a:endParaRPr lang="cs-CZ"/>
        </a:p>
      </dgm:t>
    </dgm:pt>
    <dgm:pt modelId="{4EF9A67E-9332-4C56-8A64-F69C88E2A795}" type="pres">
      <dgm:prSet presAssocID="{38131FDF-11C8-4844-9E37-4FFE0CE05ECD}" presName="linear" presStyleCnt="0">
        <dgm:presLayoutVars>
          <dgm:animLvl val="lvl"/>
          <dgm:resizeHandles val="exact"/>
        </dgm:presLayoutVars>
      </dgm:prSet>
      <dgm:spPr/>
    </dgm:pt>
    <dgm:pt modelId="{5BDA7517-36F6-482F-942A-FFE85386CD8A}" type="pres">
      <dgm:prSet presAssocID="{219C31CA-FBAA-4240-8171-FD936DA6EE4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12553CA-7830-4CD7-BA8F-63702909F211}" type="pres">
      <dgm:prSet presAssocID="{355F8E13-0481-420F-A6D9-3CDB46DA6281}" presName="spacer" presStyleCnt="0"/>
      <dgm:spPr/>
    </dgm:pt>
    <dgm:pt modelId="{449B060A-04BE-4B13-B393-F118805BE0BD}" type="pres">
      <dgm:prSet presAssocID="{7F8D53B4-7689-40E1-BB81-A7496CA345B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A262781-ED12-44D2-82A3-A7420D5DF7A1}" type="pres">
      <dgm:prSet presAssocID="{7F8D53B4-7689-40E1-BB81-A7496CA345B8}" presName="childText" presStyleLbl="revTx" presStyleIdx="0" presStyleCnt="1">
        <dgm:presLayoutVars>
          <dgm:bulletEnabled val="1"/>
        </dgm:presLayoutVars>
      </dgm:prSet>
      <dgm:spPr/>
    </dgm:pt>
    <dgm:pt modelId="{6AA169D7-0AA9-48E9-9D9A-481937C242BA}" type="pres">
      <dgm:prSet presAssocID="{A9076D7B-99CD-4FF9-8065-D778F1C108F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3CC3827-5254-4417-9600-62A05F1E1B49}" srcId="{7F8D53B4-7689-40E1-BB81-A7496CA345B8}" destId="{9C19EF7E-3E87-4C20-B5C3-6E3060748FC3}" srcOrd="0" destOrd="0" parTransId="{68012F41-B8E6-4821-9EF0-38E5CE816FFE}" sibTransId="{6059F327-FB2D-447C-AA7F-CE0426DF4B0A}"/>
    <dgm:cxn modelId="{59E4D45B-00B3-4D3F-97AA-89B663EB1AAD}" type="presOf" srcId="{9C19EF7E-3E87-4C20-B5C3-6E3060748FC3}" destId="{3A262781-ED12-44D2-82A3-A7420D5DF7A1}" srcOrd="0" destOrd="0" presId="urn:microsoft.com/office/officeart/2005/8/layout/vList2"/>
    <dgm:cxn modelId="{D4212745-8C35-4FCB-AC61-998A7897C8C0}" type="presOf" srcId="{7F8D53B4-7689-40E1-BB81-A7496CA345B8}" destId="{449B060A-04BE-4B13-B393-F118805BE0BD}" srcOrd="0" destOrd="0" presId="urn:microsoft.com/office/officeart/2005/8/layout/vList2"/>
    <dgm:cxn modelId="{5A545B45-CD1E-4227-AF8A-67F424EB9D8B}" type="presOf" srcId="{219C31CA-FBAA-4240-8171-FD936DA6EE47}" destId="{5BDA7517-36F6-482F-942A-FFE85386CD8A}" srcOrd="0" destOrd="0" presId="urn:microsoft.com/office/officeart/2005/8/layout/vList2"/>
    <dgm:cxn modelId="{22B8AA52-56A2-4B9F-A4BC-57FF39FF5147}" type="presOf" srcId="{A9076D7B-99CD-4FF9-8065-D778F1C108F1}" destId="{6AA169D7-0AA9-48E9-9D9A-481937C242BA}" srcOrd="0" destOrd="0" presId="urn:microsoft.com/office/officeart/2005/8/layout/vList2"/>
    <dgm:cxn modelId="{DF2AB5AA-93D4-4279-8901-C9C210B68A73}" srcId="{38131FDF-11C8-4844-9E37-4FFE0CE05ECD}" destId="{A9076D7B-99CD-4FF9-8065-D778F1C108F1}" srcOrd="2" destOrd="0" parTransId="{A1565353-C746-46A4-ACD6-B8C35FD27535}" sibTransId="{2EEEC626-74FC-4577-8624-8967544D1FB4}"/>
    <dgm:cxn modelId="{8F2587AD-59F3-4A04-9CAD-AA314A324F90}" srcId="{38131FDF-11C8-4844-9E37-4FFE0CE05ECD}" destId="{219C31CA-FBAA-4240-8171-FD936DA6EE47}" srcOrd="0" destOrd="0" parTransId="{8F38444D-49B2-41D9-9FFA-CE9807258C89}" sibTransId="{355F8E13-0481-420F-A6D9-3CDB46DA6281}"/>
    <dgm:cxn modelId="{8C66E1D1-52F4-429E-A084-FB866491AA04}" srcId="{38131FDF-11C8-4844-9E37-4FFE0CE05ECD}" destId="{7F8D53B4-7689-40E1-BB81-A7496CA345B8}" srcOrd="1" destOrd="0" parTransId="{145497E8-7551-437E-ACA4-030B1E003252}" sibTransId="{511FC838-78ED-42A4-BA8C-A204AE95AA89}"/>
    <dgm:cxn modelId="{5F36A1EC-A38A-4BE1-BD6B-861AAE4CF1EB}" type="presOf" srcId="{38131FDF-11C8-4844-9E37-4FFE0CE05ECD}" destId="{4EF9A67E-9332-4C56-8A64-F69C88E2A795}" srcOrd="0" destOrd="0" presId="urn:microsoft.com/office/officeart/2005/8/layout/vList2"/>
    <dgm:cxn modelId="{05065213-2151-4A32-A32D-3D84033CF428}" type="presParOf" srcId="{4EF9A67E-9332-4C56-8A64-F69C88E2A795}" destId="{5BDA7517-36F6-482F-942A-FFE85386CD8A}" srcOrd="0" destOrd="0" presId="urn:microsoft.com/office/officeart/2005/8/layout/vList2"/>
    <dgm:cxn modelId="{AD6A1A3C-CFD0-4AC9-B5CA-801A993D345B}" type="presParOf" srcId="{4EF9A67E-9332-4C56-8A64-F69C88E2A795}" destId="{412553CA-7830-4CD7-BA8F-63702909F211}" srcOrd="1" destOrd="0" presId="urn:microsoft.com/office/officeart/2005/8/layout/vList2"/>
    <dgm:cxn modelId="{2D6118C3-504D-41F2-BCD2-4671620F0469}" type="presParOf" srcId="{4EF9A67E-9332-4C56-8A64-F69C88E2A795}" destId="{449B060A-04BE-4B13-B393-F118805BE0BD}" srcOrd="2" destOrd="0" presId="urn:microsoft.com/office/officeart/2005/8/layout/vList2"/>
    <dgm:cxn modelId="{41A9BFDE-5B94-4AF5-A152-51AB79E0DAA7}" type="presParOf" srcId="{4EF9A67E-9332-4C56-8A64-F69C88E2A795}" destId="{3A262781-ED12-44D2-82A3-A7420D5DF7A1}" srcOrd="3" destOrd="0" presId="urn:microsoft.com/office/officeart/2005/8/layout/vList2"/>
    <dgm:cxn modelId="{D5DFF363-66FF-476E-B7C6-C46B9F766FA9}" type="presParOf" srcId="{4EF9A67E-9332-4C56-8A64-F69C88E2A795}" destId="{6AA169D7-0AA9-48E9-9D9A-481937C242B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8131FDF-11C8-4844-9E37-4FFE0CE05EC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19C31CA-FBAA-4240-8171-FD936DA6EE47}">
      <dgm:prSet/>
      <dgm:spPr/>
      <dgm:t>
        <a:bodyPr/>
        <a:lstStyle/>
        <a:p>
          <a:r>
            <a:rPr lang="cs-CZ" b="0" i="0" baseline="0" dirty="0"/>
            <a:t>Riziko</a:t>
          </a:r>
          <a:endParaRPr lang="en-US" dirty="0"/>
        </a:p>
      </dgm:t>
    </dgm:pt>
    <dgm:pt modelId="{8F38444D-49B2-41D9-9FFA-CE9807258C89}" type="parTrans" cxnId="{8F2587AD-59F3-4A04-9CAD-AA314A324F90}">
      <dgm:prSet/>
      <dgm:spPr/>
      <dgm:t>
        <a:bodyPr/>
        <a:lstStyle/>
        <a:p>
          <a:endParaRPr lang="en-US"/>
        </a:p>
      </dgm:t>
    </dgm:pt>
    <dgm:pt modelId="{355F8E13-0481-420F-A6D9-3CDB46DA6281}" type="sibTrans" cxnId="{8F2587AD-59F3-4A04-9CAD-AA314A324F90}">
      <dgm:prSet/>
      <dgm:spPr/>
      <dgm:t>
        <a:bodyPr/>
        <a:lstStyle/>
        <a:p>
          <a:endParaRPr lang="en-US"/>
        </a:p>
      </dgm:t>
    </dgm:pt>
    <dgm:pt modelId="{7F8D53B4-7689-40E1-BB81-A7496CA345B8}">
      <dgm:prSet/>
      <dgm:spPr/>
      <dgm:t>
        <a:bodyPr/>
        <a:lstStyle/>
        <a:p>
          <a:r>
            <a:rPr lang="cs-CZ" b="0" i="0" baseline="0" dirty="0"/>
            <a:t>Aktivum</a:t>
          </a:r>
          <a:endParaRPr lang="en-US" dirty="0"/>
        </a:p>
      </dgm:t>
    </dgm:pt>
    <dgm:pt modelId="{145497E8-7551-437E-ACA4-030B1E003252}" type="parTrans" cxnId="{8C66E1D1-52F4-429E-A084-FB866491AA04}">
      <dgm:prSet/>
      <dgm:spPr/>
      <dgm:t>
        <a:bodyPr/>
        <a:lstStyle/>
        <a:p>
          <a:endParaRPr lang="en-US"/>
        </a:p>
      </dgm:t>
    </dgm:pt>
    <dgm:pt modelId="{511FC838-78ED-42A4-BA8C-A204AE95AA89}" type="sibTrans" cxnId="{8C66E1D1-52F4-429E-A084-FB866491AA04}">
      <dgm:prSet/>
      <dgm:spPr/>
      <dgm:t>
        <a:bodyPr/>
        <a:lstStyle/>
        <a:p>
          <a:endParaRPr lang="en-US"/>
        </a:p>
      </dgm:t>
    </dgm:pt>
    <dgm:pt modelId="{A9076D7B-99CD-4FF9-8065-D778F1C108F1}">
      <dgm:prSet/>
      <dgm:spPr/>
      <dgm:t>
        <a:bodyPr/>
        <a:lstStyle/>
        <a:p>
          <a:r>
            <a:rPr lang="cs-CZ" b="0" i="0" baseline="0" dirty="0"/>
            <a:t>Zranitelnost</a:t>
          </a:r>
          <a:endParaRPr lang="en-US" dirty="0"/>
        </a:p>
      </dgm:t>
    </dgm:pt>
    <dgm:pt modelId="{A1565353-C746-46A4-ACD6-B8C35FD27535}" type="parTrans" cxnId="{DF2AB5AA-93D4-4279-8901-C9C210B68A73}">
      <dgm:prSet/>
      <dgm:spPr/>
      <dgm:t>
        <a:bodyPr/>
        <a:lstStyle/>
        <a:p>
          <a:endParaRPr lang="en-US"/>
        </a:p>
      </dgm:t>
    </dgm:pt>
    <dgm:pt modelId="{2EEEC626-74FC-4577-8624-8967544D1FB4}" type="sibTrans" cxnId="{DF2AB5AA-93D4-4279-8901-C9C210B68A73}">
      <dgm:prSet/>
      <dgm:spPr/>
      <dgm:t>
        <a:bodyPr/>
        <a:lstStyle/>
        <a:p>
          <a:endParaRPr lang="en-US"/>
        </a:p>
      </dgm:t>
    </dgm:pt>
    <dgm:pt modelId="{4A955B9E-5225-4281-86C9-26E2F759C722}">
      <dgm:prSet/>
      <dgm:spPr/>
      <dgm:t>
        <a:bodyPr/>
        <a:lstStyle/>
        <a:p>
          <a:r>
            <a:rPr lang="cs-CZ" dirty="0"/>
            <a:t>Slabé místo aktiva, softwaru či zabezpečení (ošetřené, neošetřené, skryté, neobjevené)</a:t>
          </a:r>
          <a:endParaRPr lang="en-US" dirty="0"/>
        </a:p>
      </dgm:t>
    </dgm:pt>
    <dgm:pt modelId="{AD1B4570-846D-49F4-A64A-3E087DAEA298}" type="parTrans" cxnId="{C030DC8E-68E1-4555-9587-11DCD2BB2C0D}">
      <dgm:prSet/>
      <dgm:spPr/>
      <dgm:t>
        <a:bodyPr/>
        <a:lstStyle/>
        <a:p>
          <a:endParaRPr lang="cs-CZ"/>
        </a:p>
      </dgm:t>
    </dgm:pt>
    <dgm:pt modelId="{E8E2558D-3BF1-4772-9CD3-AE7EB41A7343}" type="sibTrans" cxnId="{C030DC8E-68E1-4555-9587-11DCD2BB2C0D}">
      <dgm:prSet/>
      <dgm:spPr/>
      <dgm:t>
        <a:bodyPr/>
        <a:lstStyle/>
        <a:p>
          <a:endParaRPr lang="cs-CZ"/>
        </a:p>
      </dgm:t>
    </dgm:pt>
    <dgm:pt modelId="{4EF9A67E-9332-4C56-8A64-F69C88E2A795}" type="pres">
      <dgm:prSet presAssocID="{38131FDF-11C8-4844-9E37-4FFE0CE05ECD}" presName="linear" presStyleCnt="0">
        <dgm:presLayoutVars>
          <dgm:animLvl val="lvl"/>
          <dgm:resizeHandles val="exact"/>
        </dgm:presLayoutVars>
      </dgm:prSet>
      <dgm:spPr/>
    </dgm:pt>
    <dgm:pt modelId="{5BDA7517-36F6-482F-942A-FFE85386CD8A}" type="pres">
      <dgm:prSet presAssocID="{219C31CA-FBAA-4240-8171-FD936DA6EE4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12553CA-7830-4CD7-BA8F-63702909F211}" type="pres">
      <dgm:prSet presAssocID="{355F8E13-0481-420F-A6D9-3CDB46DA6281}" presName="spacer" presStyleCnt="0"/>
      <dgm:spPr/>
    </dgm:pt>
    <dgm:pt modelId="{449B060A-04BE-4B13-B393-F118805BE0BD}" type="pres">
      <dgm:prSet presAssocID="{7F8D53B4-7689-40E1-BB81-A7496CA345B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E8C4639-F12A-49F6-B94B-DC01A0BF3FD4}" type="pres">
      <dgm:prSet presAssocID="{511FC838-78ED-42A4-BA8C-A204AE95AA89}" presName="spacer" presStyleCnt="0"/>
      <dgm:spPr/>
    </dgm:pt>
    <dgm:pt modelId="{6AA169D7-0AA9-48E9-9D9A-481937C242BA}" type="pres">
      <dgm:prSet presAssocID="{A9076D7B-99CD-4FF9-8065-D778F1C108F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6F72B50-D1F7-4AA7-B4CC-5632A4041809}" type="pres">
      <dgm:prSet presAssocID="{A9076D7B-99CD-4FF9-8065-D778F1C108F1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D4212745-8C35-4FCB-AC61-998A7897C8C0}" type="presOf" srcId="{7F8D53B4-7689-40E1-BB81-A7496CA345B8}" destId="{449B060A-04BE-4B13-B393-F118805BE0BD}" srcOrd="0" destOrd="0" presId="urn:microsoft.com/office/officeart/2005/8/layout/vList2"/>
    <dgm:cxn modelId="{5A545B45-CD1E-4227-AF8A-67F424EB9D8B}" type="presOf" srcId="{219C31CA-FBAA-4240-8171-FD936DA6EE47}" destId="{5BDA7517-36F6-482F-942A-FFE85386CD8A}" srcOrd="0" destOrd="0" presId="urn:microsoft.com/office/officeart/2005/8/layout/vList2"/>
    <dgm:cxn modelId="{22B8AA52-56A2-4B9F-A4BC-57FF39FF5147}" type="presOf" srcId="{A9076D7B-99CD-4FF9-8065-D778F1C108F1}" destId="{6AA169D7-0AA9-48E9-9D9A-481937C242BA}" srcOrd="0" destOrd="0" presId="urn:microsoft.com/office/officeart/2005/8/layout/vList2"/>
    <dgm:cxn modelId="{C030DC8E-68E1-4555-9587-11DCD2BB2C0D}" srcId="{A9076D7B-99CD-4FF9-8065-D778F1C108F1}" destId="{4A955B9E-5225-4281-86C9-26E2F759C722}" srcOrd="0" destOrd="0" parTransId="{AD1B4570-846D-49F4-A64A-3E087DAEA298}" sibTransId="{E8E2558D-3BF1-4772-9CD3-AE7EB41A7343}"/>
    <dgm:cxn modelId="{DF2AB5AA-93D4-4279-8901-C9C210B68A73}" srcId="{38131FDF-11C8-4844-9E37-4FFE0CE05ECD}" destId="{A9076D7B-99CD-4FF9-8065-D778F1C108F1}" srcOrd="2" destOrd="0" parTransId="{A1565353-C746-46A4-ACD6-B8C35FD27535}" sibTransId="{2EEEC626-74FC-4577-8624-8967544D1FB4}"/>
    <dgm:cxn modelId="{8F2587AD-59F3-4A04-9CAD-AA314A324F90}" srcId="{38131FDF-11C8-4844-9E37-4FFE0CE05ECD}" destId="{219C31CA-FBAA-4240-8171-FD936DA6EE47}" srcOrd="0" destOrd="0" parTransId="{8F38444D-49B2-41D9-9FFA-CE9807258C89}" sibTransId="{355F8E13-0481-420F-A6D9-3CDB46DA6281}"/>
    <dgm:cxn modelId="{8C66E1D1-52F4-429E-A084-FB866491AA04}" srcId="{38131FDF-11C8-4844-9E37-4FFE0CE05ECD}" destId="{7F8D53B4-7689-40E1-BB81-A7496CA345B8}" srcOrd="1" destOrd="0" parTransId="{145497E8-7551-437E-ACA4-030B1E003252}" sibTransId="{511FC838-78ED-42A4-BA8C-A204AE95AA89}"/>
    <dgm:cxn modelId="{F458C7E3-04F1-4675-B720-1AB57DFA7874}" type="presOf" srcId="{4A955B9E-5225-4281-86C9-26E2F759C722}" destId="{06F72B50-D1F7-4AA7-B4CC-5632A4041809}" srcOrd="0" destOrd="0" presId="urn:microsoft.com/office/officeart/2005/8/layout/vList2"/>
    <dgm:cxn modelId="{5F36A1EC-A38A-4BE1-BD6B-861AAE4CF1EB}" type="presOf" srcId="{38131FDF-11C8-4844-9E37-4FFE0CE05ECD}" destId="{4EF9A67E-9332-4C56-8A64-F69C88E2A795}" srcOrd="0" destOrd="0" presId="urn:microsoft.com/office/officeart/2005/8/layout/vList2"/>
    <dgm:cxn modelId="{05065213-2151-4A32-A32D-3D84033CF428}" type="presParOf" srcId="{4EF9A67E-9332-4C56-8A64-F69C88E2A795}" destId="{5BDA7517-36F6-482F-942A-FFE85386CD8A}" srcOrd="0" destOrd="0" presId="urn:microsoft.com/office/officeart/2005/8/layout/vList2"/>
    <dgm:cxn modelId="{AD6A1A3C-CFD0-4AC9-B5CA-801A993D345B}" type="presParOf" srcId="{4EF9A67E-9332-4C56-8A64-F69C88E2A795}" destId="{412553CA-7830-4CD7-BA8F-63702909F211}" srcOrd="1" destOrd="0" presId="urn:microsoft.com/office/officeart/2005/8/layout/vList2"/>
    <dgm:cxn modelId="{2D6118C3-504D-41F2-BCD2-4671620F0469}" type="presParOf" srcId="{4EF9A67E-9332-4C56-8A64-F69C88E2A795}" destId="{449B060A-04BE-4B13-B393-F118805BE0BD}" srcOrd="2" destOrd="0" presId="urn:microsoft.com/office/officeart/2005/8/layout/vList2"/>
    <dgm:cxn modelId="{028E2E0E-48E2-43E0-AE83-A49A97E60DEB}" type="presParOf" srcId="{4EF9A67E-9332-4C56-8A64-F69C88E2A795}" destId="{1E8C4639-F12A-49F6-B94B-DC01A0BF3FD4}" srcOrd="3" destOrd="0" presId="urn:microsoft.com/office/officeart/2005/8/layout/vList2"/>
    <dgm:cxn modelId="{D5DFF363-66FF-476E-B7C6-C46B9F766FA9}" type="presParOf" srcId="{4EF9A67E-9332-4C56-8A64-F69C88E2A795}" destId="{6AA169D7-0AA9-48E9-9D9A-481937C242BA}" srcOrd="4" destOrd="0" presId="urn:microsoft.com/office/officeart/2005/8/layout/vList2"/>
    <dgm:cxn modelId="{3ECE737B-52E3-4FB7-BDEE-84FA328CD19C}" type="presParOf" srcId="{4EF9A67E-9332-4C56-8A64-F69C88E2A795}" destId="{06F72B50-D1F7-4AA7-B4CC-5632A4041809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C2E1E71D-98C0-4B16-B2AC-FE6786D7187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7F6439D-F8EC-4591-AD40-A5EF1F650F2B}">
      <dgm:prSet/>
      <dgm:spPr/>
      <dgm:t>
        <a:bodyPr/>
        <a:lstStyle/>
        <a:p>
          <a:r>
            <a:rPr lang="cs-CZ" b="0" i="0" baseline="0"/>
            <a:t>Kybernetické hrozby</a:t>
          </a:r>
          <a:endParaRPr lang="en-US"/>
        </a:p>
      </dgm:t>
    </dgm:pt>
    <dgm:pt modelId="{C34C3BDD-9522-479B-A0D1-5A26E1D994B4}" type="parTrans" cxnId="{54D91172-5C5E-41B2-AB66-1144FFAD0775}">
      <dgm:prSet/>
      <dgm:spPr/>
      <dgm:t>
        <a:bodyPr/>
        <a:lstStyle/>
        <a:p>
          <a:endParaRPr lang="en-US"/>
        </a:p>
      </dgm:t>
    </dgm:pt>
    <dgm:pt modelId="{C5A350CC-B113-4725-ACFD-2DB13001F450}" type="sibTrans" cxnId="{54D91172-5C5E-41B2-AB66-1144FFAD0775}">
      <dgm:prSet/>
      <dgm:spPr/>
      <dgm:t>
        <a:bodyPr/>
        <a:lstStyle/>
        <a:p>
          <a:endParaRPr lang="en-US"/>
        </a:p>
      </dgm:t>
    </dgm:pt>
    <dgm:pt modelId="{CE724783-6779-4915-A5F1-EABA2B27E5FF}">
      <dgm:prSet/>
      <dgm:spPr/>
      <dgm:t>
        <a:bodyPr/>
        <a:lstStyle/>
        <a:p>
          <a:r>
            <a:rPr lang="cs-CZ" b="0" i="0" baseline="0"/>
            <a:t>Kybernetické bezpečnostní události</a:t>
          </a:r>
          <a:endParaRPr lang="en-US"/>
        </a:p>
      </dgm:t>
    </dgm:pt>
    <dgm:pt modelId="{17A5E48D-8D20-4202-80FC-E5813761E745}" type="parTrans" cxnId="{90970B63-8C4B-4045-8D93-757DDE8DD7AB}">
      <dgm:prSet/>
      <dgm:spPr/>
      <dgm:t>
        <a:bodyPr/>
        <a:lstStyle/>
        <a:p>
          <a:endParaRPr lang="en-US"/>
        </a:p>
      </dgm:t>
    </dgm:pt>
    <dgm:pt modelId="{84F6AA77-C3AB-44CF-886C-DB33EAB7CDF4}" type="sibTrans" cxnId="{90970B63-8C4B-4045-8D93-757DDE8DD7AB}">
      <dgm:prSet/>
      <dgm:spPr/>
      <dgm:t>
        <a:bodyPr/>
        <a:lstStyle/>
        <a:p>
          <a:endParaRPr lang="en-US"/>
        </a:p>
      </dgm:t>
    </dgm:pt>
    <dgm:pt modelId="{0EF1449B-41AC-4934-AA3E-48DFF80F3530}">
      <dgm:prSet/>
      <dgm:spPr/>
      <dgm:t>
        <a:bodyPr/>
        <a:lstStyle/>
        <a:p>
          <a:r>
            <a:rPr lang="cs-CZ" b="0" i="0" baseline="0"/>
            <a:t>Kybernetické bezpečnostní incidenty</a:t>
          </a:r>
          <a:endParaRPr lang="en-US"/>
        </a:p>
      </dgm:t>
    </dgm:pt>
    <dgm:pt modelId="{063DAC37-F011-4250-9E01-2B24A90BE13E}" type="parTrans" cxnId="{7B49ABC6-38AF-4054-9F58-929BF3C15CFF}">
      <dgm:prSet/>
      <dgm:spPr/>
      <dgm:t>
        <a:bodyPr/>
        <a:lstStyle/>
        <a:p>
          <a:endParaRPr lang="en-US"/>
        </a:p>
      </dgm:t>
    </dgm:pt>
    <dgm:pt modelId="{6D47F138-5A9F-4B48-A8F6-1F5400B2C8F6}" type="sibTrans" cxnId="{7B49ABC6-38AF-4054-9F58-929BF3C15CFF}">
      <dgm:prSet/>
      <dgm:spPr/>
      <dgm:t>
        <a:bodyPr/>
        <a:lstStyle/>
        <a:p>
          <a:endParaRPr lang="en-US"/>
        </a:p>
      </dgm:t>
    </dgm:pt>
    <dgm:pt modelId="{42728967-4DF6-482D-8363-7DC120A9A81C}">
      <dgm:prSet/>
      <dgm:spPr/>
      <dgm:t>
        <a:bodyPr/>
        <a:lstStyle/>
        <a:p>
          <a:r>
            <a:rPr lang="cs-CZ" b="0" i="0" baseline="0"/>
            <a:t>Kybernetický útok (Cyber Attack)</a:t>
          </a:r>
          <a:endParaRPr lang="en-US"/>
        </a:p>
      </dgm:t>
    </dgm:pt>
    <dgm:pt modelId="{267050EE-5356-450E-9E51-29156108D60D}" type="parTrans" cxnId="{2D3A422B-916F-415D-BA77-6817D896815F}">
      <dgm:prSet/>
      <dgm:spPr/>
      <dgm:t>
        <a:bodyPr/>
        <a:lstStyle/>
        <a:p>
          <a:endParaRPr lang="en-US"/>
        </a:p>
      </dgm:t>
    </dgm:pt>
    <dgm:pt modelId="{F5E7D055-D9DC-4D9F-B1BA-BE0114CB39FB}" type="sibTrans" cxnId="{2D3A422B-916F-415D-BA77-6817D896815F}">
      <dgm:prSet/>
      <dgm:spPr/>
      <dgm:t>
        <a:bodyPr/>
        <a:lstStyle/>
        <a:p>
          <a:endParaRPr lang="en-US"/>
        </a:p>
      </dgm:t>
    </dgm:pt>
    <dgm:pt modelId="{E94CB60E-7A9B-45D5-BCD5-0D283F306A19}">
      <dgm:prSet/>
      <dgm:spPr/>
      <dgm:t>
        <a:bodyPr/>
        <a:lstStyle/>
        <a:p>
          <a:r>
            <a:rPr lang="cs-CZ" b="0" i="0" baseline="0"/>
            <a:t>Kyberkriminalita (Cybercrime)</a:t>
          </a:r>
          <a:endParaRPr lang="en-US"/>
        </a:p>
      </dgm:t>
    </dgm:pt>
    <dgm:pt modelId="{B9D7C638-2EE6-45B8-A20D-0590716BE091}" type="parTrans" cxnId="{FEC920F7-28F0-4E53-87CB-529EB3F889A0}">
      <dgm:prSet/>
      <dgm:spPr/>
      <dgm:t>
        <a:bodyPr/>
        <a:lstStyle/>
        <a:p>
          <a:endParaRPr lang="en-US"/>
        </a:p>
      </dgm:t>
    </dgm:pt>
    <dgm:pt modelId="{17BDADA0-9EBB-40EB-B2DF-7ECFB1D5BEEF}" type="sibTrans" cxnId="{FEC920F7-28F0-4E53-87CB-529EB3F889A0}">
      <dgm:prSet/>
      <dgm:spPr/>
      <dgm:t>
        <a:bodyPr/>
        <a:lstStyle/>
        <a:p>
          <a:endParaRPr lang="en-US"/>
        </a:p>
      </dgm:t>
    </dgm:pt>
    <dgm:pt modelId="{87261C2C-124C-47D1-A2D7-B95BF4F313F8}" type="pres">
      <dgm:prSet presAssocID="{C2E1E71D-98C0-4B16-B2AC-FE6786D71871}" presName="linear" presStyleCnt="0">
        <dgm:presLayoutVars>
          <dgm:animLvl val="lvl"/>
          <dgm:resizeHandles val="exact"/>
        </dgm:presLayoutVars>
      </dgm:prSet>
      <dgm:spPr/>
    </dgm:pt>
    <dgm:pt modelId="{AFF89577-F87A-45BF-A833-9A5EB0B518A9}" type="pres">
      <dgm:prSet presAssocID="{D7F6439D-F8EC-4591-AD40-A5EF1F650F2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F60266F-3A9B-4DA3-8E5D-696C02C168E5}" type="pres">
      <dgm:prSet presAssocID="{C5A350CC-B113-4725-ACFD-2DB13001F450}" presName="spacer" presStyleCnt="0"/>
      <dgm:spPr/>
    </dgm:pt>
    <dgm:pt modelId="{CC267D91-2D29-455D-9ACA-62412606F357}" type="pres">
      <dgm:prSet presAssocID="{CE724783-6779-4915-A5F1-EABA2B27E5F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A09EA8C-B224-4CDE-8078-8B9F9A280321}" type="pres">
      <dgm:prSet presAssocID="{84F6AA77-C3AB-44CF-886C-DB33EAB7CDF4}" presName="spacer" presStyleCnt="0"/>
      <dgm:spPr/>
    </dgm:pt>
    <dgm:pt modelId="{E877DAE1-E128-4489-9ACF-CCEF9E9D08B3}" type="pres">
      <dgm:prSet presAssocID="{0EF1449B-41AC-4934-AA3E-48DFF80F353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BCECD60-5FAC-4785-B812-961D4CBE2BC4}" type="pres">
      <dgm:prSet presAssocID="{6D47F138-5A9F-4B48-A8F6-1F5400B2C8F6}" presName="spacer" presStyleCnt="0"/>
      <dgm:spPr/>
    </dgm:pt>
    <dgm:pt modelId="{366A310A-F15F-4187-9DFF-857F47A1F7A0}" type="pres">
      <dgm:prSet presAssocID="{42728967-4DF6-482D-8363-7DC120A9A81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87C5DC1-6798-43D0-B68A-7FCE95A6B4CF}" type="pres">
      <dgm:prSet presAssocID="{F5E7D055-D9DC-4D9F-B1BA-BE0114CB39FB}" presName="spacer" presStyleCnt="0"/>
      <dgm:spPr/>
    </dgm:pt>
    <dgm:pt modelId="{A97DC4B8-B7CA-49DB-BF72-0F3AA6BD19BB}" type="pres">
      <dgm:prSet presAssocID="{E94CB60E-7A9B-45D5-BCD5-0D283F306A1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D3A422B-916F-415D-BA77-6817D896815F}" srcId="{C2E1E71D-98C0-4B16-B2AC-FE6786D71871}" destId="{42728967-4DF6-482D-8363-7DC120A9A81C}" srcOrd="3" destOrd="0" parTransId="{267050EE-5356-450E-9E51-29156108D60D}" sibTransId="{F5E7D055-D9DC-4D9F-B1BA-BE0114CB39FB}"/>
    <dgm:cxn modelId="{90970B63-8C4B-4045-8D93-757DDE8DD7AB}" srcId="{C2E1E71D-98C0-4B16-B2AC-FE6786D71871}" destId="{CE724783-6779-4915-A5F1-EABA2B27E5FF}" srcOrd="1" destOrd="0" parTransId="{17A5E48D-8D20-4202-80FC-E5813761E745}" sibTransId="{84F6AA77-C3AB-44CF-886C-DB33EAB7CDF4}"/>
    <dgm:cxn modelId="{54D91172-5C5E-41B2-AB66-1144FFAD0775}" srcId="{C2E1E71D-98C0-4B16-B2AC-FE6786D71871}" destId="{D7F6439D-F8EC-4591-AD40-A5EF1F650F2B}" srcOrd="0" destOrd="0" parTransId="{C34C3BDD-9522-479B-A0D1-5A26E1D994B4}" sibTransId="{C5A350CC-B113-4725-ACFD-2DB13001F450}"/>
    <dgm:cxn modelId="{95021B74-EC1F-466B-9F37-17F2EF842FDD}" type="presOf" srcId="{0EF1449B-41AC-4934-AA3E-48DFF80F3530}" destId="{E877DAE1-E128-4489-9ACF-CCEF9E9D08B3}" srcOrd="0" destOrd="0" presId="urn:microsoft.com/office/officeart/2005/8/layout/vList2"/>
    <dgm:cxn modelId="{61CBEB80-DF11-4CB4-9AEF-37DC031BA38E}" type="presOf" srcId="{C2E1E71D-98C0-4B16-B2AC-FE6786D71871}" destId="{87261C2C-124C-47D1-A2D7-B95BF4F313F8}" srcOrd="0" destOrd="0" presId="urn:microsoft.com/office/officeart/2005/8/layout/vList2"/>
    <dgm:cxn modelId="{2A02BE89-512D-429F-AA24-129106CD0E51}" type="presOf" srcId="{42728967-4DF6-482D-8363-7DC120A9A81C}" destId="{366A310A-F15F-4187-9DFF-857F47A1F7A0}" srcOrd="0" destOrd="0" presId="urn:microsoft.com/office/officeart/2005/8/layout/vList2"/>
    <dgm:cxn modelId="{D7685BC1-3D2A-4556-80CB-237BFCE3E366}" type="presOf" srcId="{CE724783-6779-4915-A5F1-EABA2B27E5FF}" destId="{CC267D91-2D29-455D-9ACA-62412606F357}" srcOrd="0" destOrd="0" presId="urn:microsoft.com/office/officeart/2005/8/layout/vList2"/>
    <dgm:cxn modelId="{7B49ABC6-38AF-4054-9F58-929BF3C15CFF}" srcId="{C2E1E71D-98C0-4B16-B2AC-FE6786D71871}" destId="{0EF1449B-41AC-4934-AA3E-48DFF80F3530}" srcOrd="2" destOrd="0" parTransId="{063DAC37-F011-4250-9E01-2B24A90BE13E}" sibTransId="{6D47F138-5A9F-4B48-A8F6-1F5400B2C8F6}"/>
    <dgm:cxn modelId="{D56481E1-3415-49B0-9D10-F6C6ABA931FB}" type="presOf" srcId="{E94CB60E-7A9B-45D5-BCD5-0D283F306A19}" destId="{A97DC4B8-B7CA-49DB-BF72-0F3AA6BD19BB}" srcOrd="0" destOrd="0" presId="urn:microsoft.com/office/officeart/2005/8/layout/vList2"/>
    <dgm:cxn modelId="{334943F3-E3C1-4E21-978D-7D76BE40F56A}" type="presOf" srcId="{D7F6439D-F8EC-4591-AD40-A5EF1F650F2B}" destId="{AFF89577-F87A-45BF-A833-9A5EB0B518A9}" srcOrd="0" destOrd="0" presId="urn:microsoft.com/office/officeart/2005/8/layout/vList2"/>
    <dgm:cxn modelId="{FEC920F7-28F0-4E53-87CB-529EB3F889A0}" srcId="{C2E1E71D-98C0-4B16-B2AC-FE6786D71871}" destId="{E94CB60E-7A9B-45D5-BCD5-0D283F306A19}" srcOrd="4" destOrd="0" parTransId="{B9D7C638-2EE6-45B8-A20D-0590716BE091}" sibTransId="{17BDADA0-9EBB-40EB-B2DF-7ECFB1D5BEEF}"/>
    <dgm:cxn modelId="{940694A1-0AD6-47F5-8238-60D6DD3D8475}" type="presParOf" srcId="{87261C2C-124C-47D1-A2D7-B95BF4F313F8}" destId="{AFF89577-F87A-45BF-A833-9A5EB0B518A9}" srcOrd="0" destOrd="0" presId="urn:microsoft.com/office/officeart/2005/8/layout/vList2"/>
    <dgm:cxn modelId="{54953D8B-F4F8-4114-888F-112B4F787AB4}" type="presParOf" srcId="{87261C2C-124C-47D1-A2D7-B95BF4F313F8}" destId="{3F60266F-3A9B-4DA3-8E5D-696C02C168E5}" srcOrd="1" destOrd="0" presId="urn:microsoft.com/office/officeart/2005/8/layout/vList2"/>
    <dgm:cxn modelId="{FC724DB1-7FA0-4EA0-9EE0-14F477C0F7F8}" type="presParOf" srcId="{87261C2C-124C-47D1-A2D7-B95BF4F313F8}" destId="{CC267D91-2D29-455D-9ACA-62412606F357}" srcOrd="2" destOrd="0" presId="urn:microsoft.com/office/officeart/2005/8/layout/vList2"/>
    <dgm:cxn modelId="{3BBA5D67-CCB7-4696-84BB-78FC00EE4D4F}" type="presParOf" srcId="{87261C2C-124C-47D1-A2D7-B95BF4F313F8}" destId="{BA09EA8C-B224-4CDE-8078-8B9F9A280321}" srcOrd="3" destOrd="0" presId="urn:microsoft.com/office/officeart/2005/8/layout/vList2"/>
    <dgm:cxn modelId="{964BE097-EA01-4691-B338-6DAB6F423284}" type="presParOf" srcId="{87261C2C-124C-47D1-A2D7-B95BF4F313F8}" destId="{E877DAE1-E128-4489-9ACF-CCEF9E9D08B3}" srcOrd="4" destOrd="0" presId="urn:microsoft.com/office/officeart/2005/8/layout/vList2"/>
    <dgm:cxn modelId="{6CE379BA-FA54-43DA-BAEE-A97BA76FE734}" type="presParOf" srcId="{87261C2C-124C-47D1-A2D7-B95BF4F313F8}" destId="{DBCECD60-5FAC-4785-B812-961D4CBE2BC4}" srcOrd="5" destOrd="0" presId="urn:microsoft.com/office/officeart/2005/8/layout/vList2"/>
    <dgm:cxn modelId="{66121E6E-AAB7-42D8-8D7C-A5FE245C159A}" type="presParOf" srcId="{87261C2C-124C-47D1-A2D7-B95BF4F313F8}" destId="{366A310A-F15F-4187-9DFF-857F47A1F7A0}" srcOrd="6" destOrd="0" presId="urn:microsoft.com/office/officeart/2005/8/layout/vList2"/>
    <dgm:cxn modelId="{14F57636-E4C4-44D3-8599-8C770D79AD35}" type="presParOf" srcId="{87261C2C-124C-47D1-A2D7-B95BF4F313F8}" destId="{B87C5DC1-6798-43D0-B68A-7FCE95A6B4CF}" srcOrd="7" destOrd="0" presId="urn:microsoft.com/office/officeart/2005/8/layout/vList2"/>
    <dgm:cxn modelId="{9F38BA7A-794A-48C8-82DC-AC5EB950B895}" type="presParOf" srcId="{87261C2C-124C-47D1-A2D7-B95BF4F313F8}" destId="{A97DC4B8-B7CA-49DB-BF72-0F3AA6BD19B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C2E1E71D-98C0-4B16-B2AC-FE6786D7187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7F6439D-F8EC-4591-AD40-A5EF1F650F2B}">
      <dgm:prSet/>
      <dgm:spPr/>
      <dgm:t>
        <a:bodyPr/>
        <a:lstStyle/>
        <a:p>
          <a:r>
            <a:rPr lang="cs-CZ" b="0" i="0" baseline="0" dirty="0"/>
            <a:t>Kybernetické hrozby (</a:t>
          </a:r>
          <a:r>
            <a:rPr lang="cs-CZ" b="0" i="0" baseline="0" dirty="0" err="1"/>
            <a:t>Threat</a:t>
          </a:r>
          <a:r>
            <a:rPr lang="cs-CZ" b="0" i="0" baseline="0" dirty="0"/>
            <a:t>)</a:t>
          </a:r>
          <a:endParaRPr lang="en-US" dirty="0"/>
        </a:p>
      </dgm:t>
    </dgm:pt>
    <dgm:pt modelId="{C34C3BDD-9522-479B-A0D1-5A26E1D994B4}" type="parTrans" cxnId="{54D91172-5C5E-41B2-AB66-1144FFAD0775}">
      <dgm:prSet/>
      <dgm:spPr/>
      <dgm:t>
        <a:bodyPr/>
        <a:lstStyle/>
        <a:p>
          <a:endParaRPr lang="en-US"/>
        </a:p>
      </dgm:t>
    </dgm:pt>
    <dgm:pt modelId="{C5A350CC-B113-4725-ACFD-2DB13001F450}" type="sibTrans" cxnId="{54D91172-5C5E-41B2-AB66-1144FFAD0775}">
      <dgm:prSet/>
      <dgm:spPr/>
      <dgm:t>
        <a:bodyPr/>
        <a:lstStyle/>
        <a:p>
          <a:endParaRPr lang="en-US"/>
        </a:p>
      </dgm:t>
    </dgm:pt>
    <dgm:pt modelId="{CE724783-6779-4915-A5F1-EABA2B27E5FF}">
      <dgm:prSet/>
      <dgm:spPr/>
      <dgm:t>
        <a:bodyPr/>
        <a:lstStyle/>
        <a:p>
          <a:r>
            <a:rPr lang="cs-CZ" b="0" i="0" baseline="0"/>
            <a:t>Kybernetické bezpečnostní události</a:t>
          </a:r>
          <a:endParaRPr lang="en-US"/>
        </a:p>
      </dgm:t>
    </dgm:pt>
    <dgm:pt modelId="{17A5E48D-8D20-4202-80FC-E5813761E745}" type="parTrans" cxnId="{90970B63-8C4B-4045-8D93-757DDE8DD7AB}">
      <dgm:prSet/>
      <dgm:spPr/>
      <dgm:t>
        <a:bodyPr/>
        <a:lstStyle/>
        <a:p>
          <a:endParaRPr lang="en-US"/>
        </a:p>
      </dgm:t>
    </dgm:pt>
    <dgm:pt modelId="{84F6AA77-C3AB-44CF-886C-DB33EAB7CDF4}" type="sibTrans" cxnId="{90970B63-8C4B-4045-8D93-757DDE8DD7AB}">
      <dgm:prSet/>
      <dgm:spPr/>
      <dgm:t>
        <a:bodyPr/>
        <a:lstStyle/>
        <a:p>
          <a:endParaRPr lang="en-US"/>
        </a:p>
      </dgm:t>
    </dgm:pt>
    <dgm:pt modelId="{0EF1449B-41AC-4934-AA3E-48DFF80F3530}">
      <dgm:prSet/>
      <dgm:spPr/>
      <dgm:t>
        <a:bodyPr/>
        <a:lstStyle/>
        <a:p>
          <a:r>
            <a:rPr lang="cs-CZ" b="0" i="0" baseline="0"/>
            <a:t>Kybernetické bezpečnostní incidenty</a:t>
          </a:r>
          <a:endParaRPr lang="en-US"/>
        </a:p>
      </dgm:t>
    </dgm:pt>
    <dgm:pt modelId="{063DAC37-F011-4250-9E01-2B24A90BE13E}" type="parTrans" cxnId="{7B49ABC6-38AF-4054-9F58-929BF3C15CFF}">
      <dgm:prSet/>
      <dgm:spPr/>
      <dgm:t>
        <a:bodyPr/>
        <a:lstStyle/>
        <a:p>
          <a:endParaRPr lang="en-US"/>
        </a:p>
      </dgm:t>
    </dgm:pt>
    <dgm:pt modelId="{6D47F138-5A9F-4B48-A8F6-1F5400B2C8F6}" type="sibTrans" cxnId="{7B49ABC6-38AF-4054-9F58-929BF3C15CFF}">
      <dgm:prSet/>
      <dgm:spPr/>
      <dgm:t>
        <a:bodyPr/>
        <a:lstStyle/>
        <a:p>
          <a:endParaRPr lang="en-US"/>
        </a:p>
      </dgm:t>
    </dgm:pt>
    <dgm:pt modelId="{42728967-4DF6-482D-8363-7DC120A9A81C}">
      <dgm:prSet/>
      <dgm:spPr/>
      <dgm:t>
        <a:bodyPr/>
        <a:lstStyle/>
        <a:p>
          <a:r>
            <a:rPr lang="cs-CZ" b="0" i="0" baseline="0" dirty="0"/>
            <a:t>Kybernetický útok (</a:t>
          </a:r>
          <a:r>
            <a:rPr lang="cs-CZ" b="0" i="0" baseline="0" dirty="0" err="1"/>
            <a:t>Cyber</a:t>
          </a:r>
          <a:r>
            <a:rPr lang="cs-CZ" b="0" i="0" baseline="0" dirty="0"/>
            <a:t> </a:t>
          </a:r>
          <a:r>
            <a:rPr lang="cs-CZ" b="0" i="0" baseline="0" dirty="0" err="1"/>
            <a:t>Attack</a:t>
          </a:r>
          <a:r>
            <a:rPr lang="cs-CZ" b="0" i="0" baseline="0" dirty="0"/>
            <a:t>)</a:t>
          </a:r>
          <a:endParaRPr lang="en-US" dirty="0"/>
        </a:p>
      </dgm:t>
    </dgm:pt>
    <dgm:pt modelId="{267050EE-5356-450E-9E51-29156108D60D}" type="parTrans" cxnId="{2D3A422B-916F-415D-BA77-6817D896815F}">
      <dgm:prSet/>
      <dgm:spPr/>
      <dgm:t>
        <a:bodyPr/>
        <a:lstStyle/>
        <a:p>
          <a:endParaRPr lang="en-US"/>
        </a:p>
      </dgm:t>
    </dgm:pt>
    <dgm:pt modelId="{F5E7D055-D9DC-4D9F-B1BA-BE0114CB39FB}" type="sibTrans" cxnId="{2D3A422B-916F-415D-BA77-6817D896815F}">
      <dgm:prSet/>
      <dgm:spPr/>
      <dgm:t>
        <a:bodyPr/>
        <a:lstStyle/>
        <a:p>
          <a:endParaRPr lang="en-US"/>
        </a:p>
      </dgm:t>
    </dgm:pt>
    <dgm:pt modelId="{E94CB60E-7A9B-45D5-BCD5-0D283F306A19}">
      <dgm:prSet/>
      <dgm:spPr/>
      <dgm:t>
        <a:bodyPr/>
        <a:lstStyle/>
        <a:p>
          <a:r>
            <a:rPr lang="cs-CZ" b="0" i="0" baseline="0"/>
            <a:t>Kyberkriminalita (Cybercrime)</a:t>
          </a:r>
          <a:endParaRPr lang="en-US"/>
        </a:p>
      </dgm:t>
    </dgm:pt>
    <dgm:pt modelId="{B9D7C638-2EE6-45B8-A20D-0590716BE091}" type="parTrans" cxnId="{FEC920F7-28F0-4E53-87CB-529EB3F889A0}">
      <dgm:prSet/>
      <dgm:spPr/>
      <dgm:t>
        <a:bodyPr/>
        <a:lstStyle/>
        <a:p>
          <a:endParaRPr lang="en-US"/>
        </a:p>
      </dgm:t>
    </dgm:pt>
    <dgm:pt modelId="{17BDADA0-9EBB-40EB-B2DF-7ECFB1D5BEEF}" type="sibTrans" cxnId="{FEC920F7-28F0-4E53-87CB-529EB3F889A0}">
      <dgm:prSet/>
      <dgm:spPr/>
      <dgm:t>
        <a:bodyPr/>
        <a:lstStyle/>
        <a:p>
          <a:endParaRPr lang="en-US"/>
        </a:p>
      </dgm:t>
    </dgm:pt>
    <dgm:pt modelId="{7B6F8150-09EF-4B2E-9DDD-68987E55F65E}">
      <dgm:prSet/>
      <dgm:spPr/>
      <dgm:t>
        <a:bodyPr/>
        <a:lstStyle/>
        <a:p>
          <a:r>
            <a:rPr lang="cs-CZ" dirty="0"/>
            <a:t>Něco, co naruší „běžný stav“ (aktivní, pasivní, trvalá).</a:t>
          </a:r>
          <a:endParaRPr lang="en-US" dirty="0"/>
        </a:p>
      </dgm:t>
    </dgm:pt>
    <dgm:pt modelId="{D84489F2-8A8E-49D3-A1E5-A316BB971DCF}" type="parTrans" cxnId="{662BAC26-C278-4891-A724-14DCD56D47BA}">
      <dgm:prSet/>
      <dgm:spPr/>
      <dgm:t>
        <a:bodyPr/>
        <a:lstStyle/>
        <a:p>
          <a:endParaRPr lang="cs-CZ"/>
        </a:p>
      </dgm:t>
    </dgm:pt>
    <dgm:pt modelId="{76E582C5-B453-4C91-B3EE-59DEBA7BFBC8}" type="sibTrans" cxnId="{662BAC26-C278-4891-A724-14DCD56D47BA}">
      <dgm:prSet/>
      <dgm:spPr/>
      <dgm:t>
        <a:bodyPr/>
        <a:lstStyle/>
        <a:p>
          <a:endParaRPr lang="cs-CZ"/>
        </a:p>
      </dgm:t>
    </dgm:pt>
    <dgm:pt modelId="{619A2C6F-3997-4025-9E06-5DA297C7F8ED}">
      <dgm:prSet/>
      <dgm:spPr/>
      <dgm:t>
        <a:bodyPr/>
        <a:lstStyle/>
        <a:p>
          <a:r>
            <a:rPr lang="cs-CZ" dirty="0"/>
            <a:t>Únik informací, Narušení integrity, Potlačení služby, Nelegitimní použití</a:t>
          </a:r>
          <a:endParaRPr lang="en-US" dirty="0"/>
        </a:p>
      </dgm:t>
    </dgm:pt>
    <dgm:pt modelId="{A9D1CE54-8334-4B44-BC44-4B24AFEC3C7D}" type="parTrans" cxnId="{8DF033CD-B7F6-4A5C-ABCF-B9665351C1F3}">
      <dgm:prSet/>
      <dgm:spPr/>
    </dgm:pt>
    <dgm:pt modelId="{65863839-DE30-4F93-B5D0-371CDC7E996E}" type="sibTrans" cxnId="{8DF033CD-B7F6-4A5C-ABCF-B9665351C1F3}">
      <dgm:prSet/>
      <dgm:spPr/>
    </dgm:pt>
    <dgm:pt modelId="{87261C2C-124C-47D1-A2D7-B95BF4F313F8}" type="pres">
      <dgm:prSet presAssocID="{C2E1E71D-98C0-4B16-B2AC-FE6786D71871}" presName="linear" presStyleCnt="0">
        <dgm:presLayoutVars>
          <dgm:animLvl val="lvl"/>
          <dgm:resizeHandles val="exact"/>
        </dgm:presLayoutVars>
      </dgm:prSet>
      <dgm:spPr/>
    </dgm:pt>
    <dgm:pt modelId="{AFF89577-F87A-45BF-A833-9A5EB0B518A9}" type="pres">
      <dgm:prSet presAssocID="{D7F6439D-F8EC-4591-AD40-A5EF1F650F2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116B14C-2678-4DAB-A43D-854280AADBAE}" type="pres">
      <dgm:prSet presAssocID="{D7F6439D-F8EC-4591-AD40-A5EF1F650F2B}" presName="childText" presStyleLbl="revTx" presStyleIdx="0" presStyleCnt="1">
        <dgm:presLayoutVars>
          <dgm:bulletEnabled val="1"/>
        </dgm:presLayoutVars>
      </dgm:prSet>
      <dgm:spPr/>
    </dgm:pt>
    <dgm:pt modelId="{CC267D91-2D29-455D-9ACA-62412606F357}" type="pres">
      <dgm:prSet presAssocID="{CE724783-6779-4915-A5F1-EABA2B27E5F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A09EA8C-B224-4CDE-8078-8B9F9A280321}" type="pres">
      <dgm:prSet presAssocID="{84F6AA77-C3AB-44CF-886C-DB33EAB7CDF4}" presName="spacer" presStyleCnt="0"/>
      <dgm:spPr/>
    </dgm:pt>
    <dgm:pt modelId="{E877DAE1-E128-4489-9ACF-CCEF9E9D08B3}" type="pres">
      <dgm:prSet presAssocID="{0EF1449B-41AC-4934-AA3E-48DFF80F353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BCECD60-5FAC-4785-B812-961D4CBE2BC4}" type="pres">
      <dgm:prSet presAssocID="{6D47F138-5A9F-4B48-A8F6-1F5400B2C8F6}" presName="spacer" presStyleCnt="0"/>
      <dgm:spPr/>
    </dgm:pt>
    <dgm:pt modelId="{366A310A-F15F-4187-9DFF-857F47A1F7A0}" type="pres">
      <dgm:prSet presAssocID="{42728967-4DF6-482D-8363-7DC120A9A81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87C5DC1-6798-43D0-B68A-7FCE95A6B4CF}" type="pres">
      <dgm:prSet presAssocID="{F5E7D055-D9DC-4D9F-B1BA-BE0114CB39FB}" presName="spacer" presStyleCnt="0"/>
      <dgm:spPr/>
    </dgm:pt>
    <dgm:pt modelId="{A97DC4B8-B7CA-49DB-BF72-0F3AA6BD19BB}" type="pres">
      <dgm:prSet presAssocID="{E94CB60E-7A9B-45D5-BCD5-0D283F306A1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62BAC26-C278-4891-A724-14DCD56D47BA}" srcId="{D7F6439D-F8EC-4591-AD40-A5EF1F650F2B}" destId="{7B6F8150-09EF-4B2E-9DDD-68987E55F65E}" srcOrd="0" destOrd="0" parTransId="{D84489F2-8A8E-49D3-A1E5-A316BB971DCF}" sibTransId="{76E582C5-B453-4C91-B3EE-59DEBA7BFBC8}"/>
    <dgm:cxn modelId="{14948D28-A7A1-4CBB-86BF-C5AFC0135297}" type="presOf" srcId="{7B6F8150-09EF-4B2E-9DDD-68987E55F65E}" destId="{5116B14C-2678-4DAB-A43D-854280AADBAE}" srcOrd="0" destOrd="0" presId="urn:microsoft.com/office/officeart/2005/8/layout/vList2"/>
    <dgm:cxn modelId="{2D3A422B-916F-415D-BA77-6817D896815F}" srcId="{C2E1E71D-98C0-4B16-B2AC-FE6786D71871}" destId="{42728967-4DF6-482D-8363-7DC120A9A81C}" srcOrd="3" destOrd="0" parTransId="{267050EE-5356-450E-9E51-29156108D60D}" sibTransId="{F5E7D055-D9DC-4D9F-B1BA-BE0114CB39FB}"/>
    <dgm:cxn modelId="{90970B63-8C4B-4045-8D93-757DDE8DD7AB}" srcId="{C2E1E71D-98C0-4B16-B2AC-FE6786D71871}" destId="{CE724783-6779-4915-A5F1-EABA2B27E5FF}" srcOrd="1" destOrd="0" parTransId="{17A5E48D-8D20-4202-80FC-E5813761E745}" sibTransId="{84F6AA77-C3AB-44CF-886C-DB33EAB7CDF4}"/>
    <dgm:cxn modelId="{54D91172-5C5E-41B2-AB66-1144FFAD0775}" srcId="{C2E1E71D-98C0-4B16-B2AC-FE6786D71871}" destId="{D7F6439D-F8EC-4591-AD40-A5EF1F650F2B}" srcOrd="0" destOrd="0" parTransId="{C34C3BDD-9522-479B-A0D1-5A26E1D994B4}" sibTransId="{C5A350CC-B113-4725-ACFD-2DB13001F450}"/>
    <dgm:cxn modelId="{95021B74-EC1F-466B-9F37-17F2EF842FDD}" type="presOf" srcId="{0EF1449B-41AC-4934-AA3E-48DFF80F3530}" destId="{E877DAE1-E128-4489-9ACF-CCEF9E9D08B3}" srcOrd="0" destOrd="0" presId="urn:microsoft.com/office/officeart/2005/8/layout/vList2"/>
    <dgm:cxn modelId="{61CBEB80-DF11-4CB4-9AEF-37DC031BA38E}" type="presOf" srcId="{C2E1E71D-98C0-4B16-B2AC-FE6786D71871}" destId="{87261C2C-124C-47D1-A2D7-B95BF4F313F8}" srcOrd="0" destOrd="0" presId="urn:microsoft.com/office/officeart/2005/8/layout/vList2"/>
    <dgm:cxn modelId="{2A02BE89-512D-429F-AA24-129106CD0E51}" type="presOf" srcId="{42728967-4DF6-482D-8363-7DC120A9A81C}" destId="{366A310A-F15F-4187-9DFF-857F47A1F7A0}" srcOrd="0" destOrd="0" presId="urn:microsoft.com/office/officeart/2005/8/layout/vList2"/>
    <dgm:cxn modelId="{D7685BC1-3D2A-4556-80CB-237BFCE3E366}" type="presOf" srcId="{CE724783-6779-4915-A5F1-EABA2B27E5FF}" destId="{CC267D91-2D29-455D-9ACA-62412606F357}" srcOrd="0" destOrd="0" presId="urn:microsoft.com/office/officeart/2005/8/layout/vList2"/>
    <dgm:cxn modelId="{7B49ABC6-38AF-4054-9F58-929BF3C15CFF}" srcId="{C2E1E71D-98C0-4B16-B2AC-FE6786D71871}" destId="{0EF1449B-41AC-4934-AA3E-48DFF80F3530}" srcOrd="2" destOrd="0" parTransId="{063DAC37-F011-4250-9E01-2B24A90BE13E}" sibTransId="{6D47F138-5A9F-4B48-A8F6-1F5400B2C8F6}"/>
    <dgm:cxn modelId="{8DF033CD-B7F6-4A5C-ABCF-B9665351C1F3}" srcId="{D7F6439D-F8EC-4591-AD40-A5EF1F650F2B}" destId="{619A2C6F-3997-4025-9E06-5DA297C7F8ED}" srcOrd="1" destOrd="0" parTransId="{A9D1CE54-8334-4B44-BC44-4B24AFEC3C7D}" sibTransId="{65863839-DE30-4F93-B5D0-371CDC7E996E}"/>
    <dgm:cxn modelId="{D56481E1-3415-49B0-9D10-F6C6ABA931FB}" type="presOf" srcId="{E94CB60E-7A9B-45D5-BCD5-0D283F306A19}" destId="{A97DC4B8-B7CA-49DB-BF72-0F3AA6BD19BB}" srcOrd="0" destOrd="0" presId="urn:microsoft.com/office/officeart/2005/8/layout/vList2"/>
    <dgm:cxn modelId="{334943F3-E3C1-4E21-978D-7D76BE40F56A}" type="presOf" srcId="{D7F6439D-F8EC-4591-AD40-A5EF1F650F2B}" destId="{AFF89577-F87A-45BF-A833-9A5EB0B518A9}" srcOrd="0" destOrd="0" presId="urn:microsoft.com/office/officeart/2005/8/layout/vList2"/>
    <dgm:cxn modelId="{FEC920F7-28F0-4E53-87CB-529EB3F889A0}" srcId="{C2E1E71D-98C0-4B16-B2AC-FE6786D71871}" destId="{E94CB60E-7A9B-45D5-BCD5-0D283F306A19}" srcOrd="4" destOrd="0" parTransId="{B9D7C638-2EE6-45B8-A20D-0590716BE091}" sibTransId="{17BDADA0-9EBB-40EB-B2DF-7ECFB1D5BEEF}"/>
    <dgm:cxn modelId="{E13B3BFE-FC8A-48F6-B5C7-C7F93E94B997}" type="presOf" srcId="{619A2C6F-3997-4025-9E06-5DA297C7F8ED}" destId="{5116B14C-2678-4DAB-A43D-854280AADBAE}" srcOrd="0" destOrd="1" presId="urn:microsoft.com/office/officeart/2005/8/layout/vList2"/>
    <dgm:cxn modelId="{940694A1-0AD6-47F5-8238-60D6DD3D8475}" type="presParOf" srcId="{87261C2C-124C-47D1-A2D7-B95BF4F313F8}" destId="{AFF89577-F87A-45BF-A833-9A5EB0B518A9}" srcOrd="0" destOrd="0" presId="urn:microsoft.com/office/officeart/2005/8/layout/vList2"/>
    <dgm:cxn modelId="{B11F6A2E-1CA9-4DBF-81FA-5368549AE444}" type="presParOf" srcId="{87261C2C-124C-47D1-A2D7-B95BF4F313F8}" destId="{5116B14C-2678-4DAB-A43D-854280AADBAE}" srcOrd="1" destOrd="0" presId="urn:microsoft.com/office/officeart/2005/8/layout/vList2"/>
    <dgm:cxn modelId="{FC724DB1-7FA0-4EA0-9EE0-14F477C0F7F8}" type="presParOf" srcId="{87261C2C-124C-47D1-A2D7-B95BF4F313F8}" destId="{CC267D91-2D29-455D-9ACA-62412606F357}" srcOrd="2" destOrd="0" presId="urn:microsoft.com/office/officeart/2005/8/layout/vList2"/>
    <dgm:cxn modelId="{3BBA5D67-CCB7-4696-84BB-78FC00EE4D4F}" type="presParOf" srcId="{87261C2C-124C-47D1-A2D7-B95BF4F313F8}" destId="{BA09EA8C-B224-4CDE-8078-8B9F9A280321}" srcOrd="3" destOrd="0" presId="urn:microsoft.com/office/officeart/2005/8/layout/vList2"/>
    <dgm:cxn modelId="{964BE097-EA01-4691-B338-6DAB6F423284}" type="presParOf" srcId="{87261C2C-124C-47D1-A2D7-B95BF4F313F8}" destId="{E877DAE1-E128-4489-9ACF-CCEF9E9D08B3}" srcOrd="4" destOrd="0" presId="urn:microsoft.com/office/officeart/2005/8/layout/vList2"/>
    <dgm:cxn modelId="{6CE379BA-FA54-43DA-BAEE-A97BA76FE734}" type="presParOf" srcId="{87261C2C-124C-47D1-A2D7-B95BF4F313F8}" destId="{DBCECD60-5FAC-4785-B812-961D4CBE2BC4}" srcOrd="5" destOrd="0" presId="urn:microsoft.com/office/officeart/2005/8/layout/vList2"/>
    <dgm:cxn modelId="{66121E6E-AAB7-42D8-8D7C-A5FE245C159A}" type="presParOf" srcId="{87261C2C-124C-47D1-A2D7-B95BF4F313F8}" destId="{366A310A-F15F-4187-9DFF-857F47A1F7A0}" srcOrd="6" destOrd="0" presId="urn:microsoft.com/office/officeart/2005/8/layout/vList2"/>
    <dgm:cxn modelId="{14F57636-E4C4-44D3-8599-8C770D79AD35}" type="presParOf" srcId="{87261C2C-124C-47D1-A2D7-B95BF4F313F8}" destId="{B87C5DC1-6798-43D0-B68A-7FCE95A6B4CF}" srcOrd="7" destOrd="0" presId="urn:microsoft.com/office/officeart/2005/8/layout/vList2"/>
    <dgm:cxn modelId="{9F38BA7A-794A-48C8-82DC-AC5EB950B895}" type="presParOf" srcId="{87261C2C-124C-47D1-A2D7-B95BF4F313F8}" destId="{A97DC4B8-B7CA-49DB-BF72-0F3AA6BD19B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C2E1E71D-98C0-4B16-B2AC-FE6786D7187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7F6439D-F8EC-4591-AD40-A5EF1F650F2B}">
      <dgm:prSet/>
      <dgm:spPr/>
      <dgm:t>
        <a:bodyPr/>
        <a:lstStyle/>
        <a:p>
          <a:r>
            <a:rPr lang="cs-CZ" b="0" i="0" baseline="0" dirty="0"/>
            <a:t>Kybernetické hrozby (</a:t>
          </a:r>
          <a:r>
            <a:rPr lang="cs-CZ" b="0" i="0" baseline="0" dirty="0" err="1"/>
            <a:t>Threat</a:t>
          </a:r>
          <a:r>
            <a:rPr lang="cs-CZ" b="0" i="0" baseline="0" dirty="0"/>
            <a:t>)</a:t>
          </a:r>
          <a:endParaRPr lang="en-US" dirty="0"/>
        </a:p>
      </dgm:t>
    </dgm:pt>
    <dgm:pt modelId="{C34C3BDD-9522-479B-A0D1-5A26E1D994B4}" type="parTrans" cxnId="{54D91172-5C5E-41B2-AB66-1144FFAD0775}">
      <dgm:prSet/>
      <dgm:spPr/>
      <dgm:t>
        <a:bodyPr/>
        <a:lstStyle/>
        <a:p>
          <a:endParaRPr lang="en-US"/>
        </a:p>
      </dgm:t>
    </dgm:pt>
    <dgm:pt modelId="{C5A350CC-B113-4725-ACFD-2DB13001F450}" type="sibTrans" cxnId="{54D91172-5C5E-41B2-AB66-1144FFAD0775}">
      <dgm:prSet/>
      <dgm:spPr/>
      <dgm:t>
        <a:bodyPr/>
        <a:lstStyle/>
        <a:p>
          <a:endParaRPr lang="en-US"/>
        </a:p>
      </dgm:t>
    </dgm:pt>
    <dgm:pt modelId="{CE724783-6779-4915-A5F1-EABA2B27E5FF}">
      <dgm:prSet/>
      <dgm:spPr/>
      <dgm:t>
        <a:bodyPr/>
        <a:lstStyle/>
        <a:p>
          <a:r>
            <a:rPr lang="cs-CZ" b="0" i="0" baseline="0" dirty="0"/>
            <a:t>Kybernetické bezpečnostní události</a:t>
          </a:r>
          <a:endParaRPr lang="en-US" dirty="0"/>
        </a:p>
      </dgm:t>
    </dgm:pt>
    <dgm:pt modelId="{17A5E48D-8D20-4202-80FC-E5813761E745}" type="parTrans" cxnId="{90970B63-8C4B-4045-8D93-757DDE8DD7AB}">
      <dgm:prSet/>
      <dgm:spPr/>
      <dgm:t>
        <a:bodyPr/>
        <a:lstStyle/>
        <a:p>
          <a:endParaRPr lang="en-US"/>
        </a:p>
      </dgm:t>
    </dgm:pt>
    <dgm:pt modelId="{84F6AA77-C3AB-44CF-886C-DB33EAB7CDF4}" type="sibTrans" cxnId="{90970B63-8C4B-4045-8D93-757DDE8DD7AB}">
      <dgm:prSet/>
      <dgm:spPr/>
      <dgm:t>
        <a:bodyPr/>
        <a:lstStyle/>
        <a:p>
          <a:endParaRPr lang="en-US"/>
        </a:p>
      </dgm:t>
    </dgm:pt>
    <dgm:pt modelId="{0EF1449B-41AC-4934-AA3E-48DFF80F3530}">
      <dgm:prSet/>
      <dgm:spPr/>
      <dgm:t>
        <a:bodyPr/>
        <a:lstStyle/>
        <a:p>
          <a:r>
            <a:rPr lang="cs-CZ" b="0" i="0" baseline="0"/>
            <a:t>Kybernetické bezpečnostní incidenty</a:t>
          </a:r>
          <a:endParaRPr lang="en-US"/>
        </a:p>
      </dgm:t>
    </dgm:pt>
    <dgm:pt modelId="{063DAC37-F011-4250-9E01-2B24A90BE13E}" type="parTrans" cxnId="{7B49ABC6-38AF-4054-9F58-929BF3C15CFF}">
      <dgm:prSet/>
      <dgm:spPr/>
      <dgm:t>
        <a:bodyPr/>
        <a:lstStyle/>
        <a:p>
          <a:endParaRPr lang="en-US"/>
        </a:p>
      </dgm:t>
    </dgm:pt>
    <dgm:pt modelId="{6D47F138-5A9F-4B48-A8F6-1F5400B2C8F6}" type="sibTrans" cxnId="{7B49ABC6-38AF-4054-9F58-929BF3C15CFF}">
      <dgm:prSet/>
      <dgm:spPr/>
      <dgm:t>
        <a:bodyPr/>
        <a:lstStyle/>
        <a:p>
          <a:endParaRPr lang="en-US"/>
        </a:p>
      </dgm:t>
    </dgm:pt>
    <dgm:pt modelId="{42728967-4DF6-482D-8363-7DC120A9A81C}">
      <dgm:prSet/>
      <dgm:spPr/>
      <dgm:t>
        <a:bodyPr/>
        <a:lstStyle/>
        <a:p>
          <a:r>
            <a:rPr lang="cs-CZ" b="0" i="0" baseline="0" dirty="0"/>
            <a:t>Kybernetický útok (</a:t>
          </a:r>
          <a:r>
            <a:rPr lang="cs-CZ" b="0" i="0" baseline="0" dirty="0" err="1"/>
            <a:t>Cyber</a:t>
          </a:r>
          <a:r>
            <a:rPr lang="cs-CZ" b="0" i="0" baseline="0" dirty="0"/>
            <a:t> </a:t>
          </a:r>
          <a:r>
            <a:rPr lang="cs-CZ" b="0" i="0" baseline="0" dirty="0" err="1"/>
            <a:t>Attack</a:t>
          </a:r>
          <a:r>
            <a:rPr lang="cs-CZ" b="0" i="0" baseline="0" dirty="0"/>
            <a:t>)</a:t>
          </a:r>
          <a:endParaRPr lang="en-US" dirty="0"/>
        </a:p>
      </dgm:t>
    </dgm:pt>
    <dgm:pt modelId="{267050EE-5356-450E-9E51-29156108D60D}" type="parTrans" cxnId="{2D3A422B-916F-415D-BA77-6817D896815F}">
      <dgm:prSet/>
      <dgm:spPr/>
      <dgm:t>
        <a:bodyPr/>
        <a:lstStyle/>
        <a:p>
          <a:endParaRPr lang="en-US"/>
        </a:p>
      </dgm:t>
    </dgm:pt>
    <dgm:pt modelId="{F5E7D055-D9DC-4D9F-B1BA-BE0114CB39FB}" type="sibTrans" cxnId="{2D3A422B-916F-415D-BA77-6817D896815F}">
      <dgm:prSet/>
      <dgm:spPr/>
      <dgm:t>
        <a:bodyPr/>
        <a:lstStyle/>
        <a:p>
          <a:endParaRPr lang="en-US"/>
        </a:p>
      </dgm:t>
    </dgm:pt>
    <dgm:pt modelId="{E94CB60E-7A9B-45D5-BCD5-0D283F306A19}">
      <dgm:prSet/>
      <dgm:spPr/>
      <dgm:t>
        <a:bodyPr/>
        <a:lstStyle/>
        <a:p>
          <a:r>
            <a:rPr lang="cs-CZ" b="0" i="0" baseline="0"/>
            <a:t>Kyberkriminalita (Cybercrime)</a:t>
          </a:r>
          <a:endParaRPr lang="en-US"/>
        </a:p>
      </dgm:t>
    </dgm:pt>
    <dgm:pt modelId="{B9D7C638-2EE6-45B8-A20D-0590716BE091}" type="parTrans" cxnId="{FEC920F7-28F0-4E53-87CB-529EB3F889A0}">
      <dgm:prSet/>
      <dgm:spPr/>
      <dgm:t>
        <a:bodyPr/>
        <a:lstStyle/>
        <a:p>
          <a:endParaRPr lang="en-US"/>
        </a:p>
      </dgm:t>
    </dgm:pt>
    <dgm:pt modelId="{17BDADA0-9EBB-40EB-B2DF-7ECFB1D5BEEF}" type="sibTrans" cxnId="{FEC920F7-28F0-4E53-87CB-529EB3F889A0}">
      <dgm:prSet/>
      <dgm:spPr/>
      <dgm:t>
        <a:bodyPr/>
        <a:lstStyle/>
        <a:p>
          <a:endParaRPr lang="en-US"/>
        </a:p>
      </dgm:t>
    </dgm:pt>
    <dgm:pt modelId="{7BAB2F9A-D10F-4701-9183-4B6F8B093153}">
      <dgm:prSet/>
      <dgm:spPr/>
      <dgm:t>
        <a:bodyPr/>
        <a:lstStyle/>
        <a:p>
          <a:r>
            <a:rPr lang="cs-CZ" dirty="0"/>
            <a:t>událost, která může způsobit narušení bezpečnosti informací v informačních systémech nebo narušení bezpečnosti služeb anebo bezpečnosti a integrity sítí elektronických komunikací</a:t>
          </a:r>
          <a:endParaRPr lang="en-US" dirty="0"/>
        </a:p>
      </dgm:t>
    </dgm:pt>
    <dgm:pt modelId="{41A1CFB8-FA2C-4CB3-BD2F-28D3269FD164}" type="parTrans" cxnId="{ECA97F2E-8EEE-4E95-B9F8-A1AE0E8E20F5}">
      <dgm:prSet/>
      <dgm:spPr/>
    </dgm:pt>
    <dgm:pt modelId="{A88BA8D2-4D33-4103-B231-F872A73F89D2}" type="sibTrans" cxnId="{ECA97F2E-8EEE-4E95-B9F8-A1AE0E8E20F5}">
      <dgm:prSet/>
      <dgm:spPr/>
    </dgm:pt>
    <dgm:pt modelId="{87261C2C-124C-47D1-A2D7-B95BF4F313F8}" type="pres">
      <dgm:prSet presAssocID="{C2E1E71D-98C0-4B16-B2AC-FE6786D71871}" presName="linear" presStyleCnt="0">
        <dgm:presLayoutVars>
          <dgm:animLvl val="lvl"/>
          <dgm:resizeHandles val="exact"/>
        </dgm:presLayoutVars>
      </dgm:prSet>
      <dgm:spPr/>
    </dgm:pt>
    <dgm:pt modelId="{AFF89577-F87A-45BF-A833-9A5EB0B518A9}" type="pres">
      <dgm:prSet presAssocID="{D7F6439D-F8EC-4591-AD40-A5EF1F650F2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4DDA35E-2A74-4509-B3FE-E362FBAD1C7C}" type="pres">
      <dgm:prSet presAssocID="{C5A350CC-B113-4725-ACFD-2DB13001F450}" presName="spacer" presStyleCnt="0"/>
      <dgm:spPr/>
    </dgm:pt>
    <dgm:pt modelId="{CC267D91-2D29-455D-9ACA-62412606F357}" type="pres">
      <dgm:prSet presAssocID="{CE724783-6779-4915-A5F1-EABA2B27E5F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1D27B92-9F2D-4858-B47C-EA34951A6898}" type="pres">
      <dgm:prSet presAssocID="{CE724783-6779-4915-A5F1-EABA2B27E5FF}" presName="childText" presStyleLbl="revTx" presStyleIdx="0" presStyleCnt="1">
        <dgm:presLayoutVars>
          <dgm:bulletEnabled val="1"/>
        </dgm:presLayoutVars>
      </dgm:prSet>
      <dgm:spPr/>
    </dgm:pt>
    <dgm:pt modelId="{E877DAE1-E128-4489-9ACF-CCEF9E9D08B3}" type="pres">
      <dgm:prSet presAssocID="{0EF1449B-41AC-4934-AA3E-48DFF80F353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BCECD60-5FAC-4785-B812-961D4CBE2BC4}" type="pres">
      <dgm:prSet presAssocID="{6D47F138-5A9F-4B48-A8F6-1F5400B2C8F6}" presName="spacer" presStyleCnt="0"/>
      <dgm:spPr/>
    </dgm:pt>
    <dgm:pt modelId="{366A310A-F15F-4187-9DFF-857F47A1F7A0}" type="pres">
      <dgm:prSet presAssocID="{42728967-4DF6-482D-8363-7DC120A9A81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87C5DC1-6798-43D0-B68A-7FCE95A6B4CF}" type="pres">
      <dgm:prSet presAssocID="{F5E7D055-D9DC-4D9F-B1BA-BE0114CB39FB}" presName="spacer" presStyleCnt="0"/>
      <dgm:spPr/>
    </dgm:pt>
    <dgm:pt modelId="{A97DC4B8-B7CA-49DB-BF72-0F3AA6BD19BB}" type="pres">
      <dgm:prSet presAssocID="{E94CB60E-7A9B-45D5-BCD5-0D283F306A1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D3A422B-916F-415D-BA77-6817D896815F}" srcId="{C2E1E71D-98C0-4B16-B2AC-FE6786D71871}" destId="{42728967-4DF6-482D-8363-7DC120A9A81C}" srcOrd="3" destOrd="0" parTransId="{267050EE-5356-450E-9E51-29156108D60D}" sibTransId="{F5E7D055-D9DC-4D9F-B1BA-BE0114CB39FB}"/>
    <dgm:cxn modelId="{ECA97F2E-8EEE-4E95-B9F8-A1AE0E8E20F5}" srcId="{CE724783-6779-4915-A5F1-EABA2B27E5FF}" destId="{7BAB2F9A-D10F-4701-9183-4B6F8B093153}" srcOrd="0" destOrd="0" parTransId="{41A1CFB8-FA2C-4CB3-BD2F-28D3269FD164}" sibTransId="{A88BA8D2-4D33-4103-B231-F872A73F89D2}"/>
    <dgm:cxn modelId="{90970B63-8C4B-4045-8D93-757DDE8DD7AB}" srcId="{C2E1E71D-98C0-4B16-B2AC-FE6786D71871}" destId="{CE724783-6779-4915-A5F1-EABA2B27E5FF}" srcOrd="1" destOrd="0" parTransId="{17A5E48D-8D20-4202-80FC-E5813761E745}" sibTransId="{84F6AA77-C3AB-44CF-886C-DB33EAB7CDF4}"/>
    <dgm:cxn modelId="{54D91172-5C5E-41B2-AB66-1144FFAD0775}" srcId="{C2E1E71D-98C0-4B16-B2AC-FE6786D71871}" destId="{D7F6439D-F8EC-4591-AD40-A5EF1F650F2B}" srcOrd="0" destOrd="0" parTransId="{C34C3BDD-9522-479B-A0D1-5A26E1D994B4}" sibTransId="{C5A350CC-B113-4725-ACFD-2DB13001F450}"/>
    <dgm:cxn modelId="{95021B74-EC1F-466B-9F37-17F2EF842FDD}" type="presOf" srcId="{0EF1449B-41AC-4934-AA3E-48DFF80F3530}" destId="{E877DAE1-E128-4489-9ACF-CCEF9E9D08B3}" srcOrd="0" destOrd="0" presId="urn:microsoft.com/office/officeart/2005/8/layout/vList2"/>
    <dgm:cxn modelId="{61CBEB80-DF11-4CB4-9AEF-37DC031BA38E}" type="presOf" srcId="{C2E1E71D-98C0-4B16-B2AC-FE6786D71871}" destId="{87261C2C-124C-47D1-A2D7-B95BF4F313F8}" srcOrd="0" destOrd="0" presId="urn:microsoft.com/office/officeart/2005/8/layout/vList2"/>
    <dgm:cxn modelId="{2A02BE89-512D-429F-AA24-129106CD0E51}" type="presOf" srcId="{42728967-4DF6-482D-8363-7DC120A9A81C}" destId="{366A310A-F15F-4187-9DFF-857F47A1F7A0}" srcOrd="0" destOrd="0" presId="urn:microsoft.com/office/officeart/2005/8/layout/vList2"/>
    <dgm:cxn modelId="{4C2E5FBE-E7D1-4E7B-BC55-E68BEA461779}" type="presOf" srcId="{7BAB2F9A-D10F-4701-9183-4B6F8B093153}" destId="{11D27B92-9F2D-4858-B47C-EA34951A6898}" srcOrd="0" destOrd="0" presId="urn:microsoft.com/office/officeart/2005/8/layout/vList2"/>
    <dgm:cxn modelId="{D7685BC1-3D2A-4556-80CB-237BFCE3E366}" type="presOf" srcId="{CE724783-6779-4915-A5F1-EABA2B27E5FF}" destId="{CC267D91-2D29-455D-9ACA-62412606F357}" srcOrd="0" destOrd="0" presId="urn:microsoft.com/office/officeart/2005/8/layout/vList2"/>
    <dgm:cxn modelId="{7B49ABC6-38AF-4054-9F58-929BF3C15CFF}" srcId="{C2E1E71D-98C0-4B16-B2AC-FE6786D71871}" destId="{0EF1449B-41AC-4934-AA3E-48DFF80F3530}" srcOrd="2" destOrd="0" parTransId="{063DAC37-F011-4250-9E01-2B24A90BE13E}" sibTransId="{6D47F138-5A9F-4B48-A8F6-1F5400B2C8F6}"/>
    <dgm:cxn modelId="{D56481E1-3415-49B0-9D10-F6C6ABA931FB}" type="presOf" srcId="{E94CB60E-7A9B-45D5-BCD5-0D283F306A19}" destId="{A97DC4B8-B7CA-49DB-BF72-0F3AA6BD19BB}" srcOrd="0" destOrd="0" presId="urn:microsoft.com/office/officeart/2005/8/layout/vList2"/>
    <dgm:cxn modelId="{334943F3-E3C1-4E21-978D-7D76BE40F56A}" type="presOf" srcId="{D7F6439D-F8EC-4591-AD40-A5EF1F650F2B}" destId="{AFF89577-F87A-45BF-A833-9A5EB0B518A9}" srcOrd="0" destOrd="0" presId="urn:microsoft.com/office/officeart/2005/8/layout/vList2"/>
    <dgm:cxn modelId="{FEC920F7-28F0-4E53-87CB-529EB3F889A0}" srcId="{C2E1E71D-98C0-4B16-B2AC-FE6786D71871}" destId="{E94CB60E-7A9B-45D5-BCD5-0D283F306A19}" srcOrd="4" destOrd="0" parTransId="{B9D7C638-2EE6-45B8-A20D-0590716BE091}" sibTransId="{17BDADA0-9EBB-40EB-B2DF-7ECFB1D5BEEF}"/>
    <dgm:cxn modelId="{940694A1-0AD6-47F5-8238-60D6DD3D8475}" type="presParOf" srcId="{87261C2C-124C-47D1-A2D7-B95BF4F313F8}" destId="{AFF89577-F87A-45BF-A833-9A5EB0B518A9}" srcOrd="0" destOrd="0" presId="urn:microsoft.com/office/officeart/2005/8/layout/vList2"/>
    <dgm:cxn modelId="{74CDC176-12CA-4A30-B328-B6EFEEB5FC71}" type="presParOf" srcId="{87261C2C-124C-47D1-A2D7-B95BF4F313F8}" destId="{74DDA35E-2A74-4509-B3FE-E362FBAD1C7C}" srcOrd="1" destOrd="0" presId="urn:microsoft.com/office/officeart/2005/8/layout/vList2"/>
    <dgm:cxn modelId="{FC724DB1-7FA0-4EA0-9EE0-14F477C0F7F8}" type="presParOf" srcId="{87261C2C-124C-47D1-A2D7-B95BF4F313F8}" destId="{CC267D91-2D29-455D-9ACA-62412606F357}" srcOrd="2" destOrd="0" presId="urn:microsoft.com/office/officeart/2005/8/layout/vList2"/>
    <dgm:cxn modelId="{F75B0FE4-0AFB-4C26-A8D2-892244EA6B09}" type="presParOf" srcId="{87261C2C-124C-47D1-A2D7-B95BF4F313F8}" destId="{11D27B92-9F2D-4858-B47C-EA34951A6898}" srcOrd="3" destOrd="0" presId="urn:microsoft.com/office/officeart/2005/8/layout/vList2"/>
    <dgm:cxn modelId="{964BE097-EA01-4691-B338-6DAB6F423284}" type="presParOf" srcId="{87261C2C-124C-47D1-A2D7-B95BF4F313F8}" destId="{E877DAE1-E128-4489-9ACF-CCEF9E9D08B3}" srcOrd="4" destOrd="0" presId="urn:microsoft.com/office/officeart/2005/8/layout/vList2"/>
    <dgm:cxn modelId="{6CE379BA-FA54-43DA-BAEE-A97BA76FE734}" type="presParOf" srcId="{87261C2C-124C-47D1-A2D7-B95BF4F313F8}" destId="{DBCECD60-5FAC-4785-B812-961D4CBE2BC4}" srcOrd="5" destOrd="0" presId="urn:microsoft.com/office/officeart/2005/8/layout/vList2"/>
    <dgm:cxn modelId="{66121E6E-AAB7-42D8-8D7C-A5FE245C159A}" type="presParOf" srcId="{87261C2C-124C-47D1-A2D7-B95BF4F313F8}" destId="{366A310A-F15F-4187-9DFF-857F47A1F7A0}" srcOrd="6" destOrd="0" presId="urn:microsoft.com/office/officeart/2005/8/layout/vList2"/>
    <dgm:cxn modelId="{14F57636-E4C4-44D3-8599-8C770D79AD35}" type="presParOf" srcId="{87261C2C-124C-47D1-A2D7-B95BF4F313F8}" destId="{B87C5DC1-6798-43D0-B68A-7FCE95A6B4CF}" srcOrd="7" destOrd="0" presId="urn:microsoft.com/office/officeart/2005/8/layout/vList2"/>
    <dgm:cxn modelId="{9F38BA7A-794A-48C8-82DC-AC5EB950B895}" type="presParOf" srcId="{87261C2C-124C-47D1-A2D7-B95BF4F313F8}" destId="{A97DC4B8-B7CA-49DB-BF72-0F3AA6BD19B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C2E1E71D-98C0-4B16-B2AC-FE6786D7187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7F6439D-F8EC-4591-AD40-A5EF1F650F2B}">
      <dgm:prSet/>
      <dgm:spPr/>
      <dgm:t>
        <a:bodyPr/>
        <a:lstStyle/>
        <a:p>
          <a:r>
            <a:rPr lang="cs-CZ" b="0" i="0" baseline="0" dirty="0"/>
            <a:t>Kybernetické hrozby (</a:t>
          </a:r>
          <a:r>
            <a:rPr lang="cs-CZ" b="0" i="0" baseline="0" dirty="0" err="1"/>
            <a:t>Threat</a:t>
          </a:r>
          <a:r>
            <a:rPr lang="cs-CZ" b="0" i="0" baseline="0" dirty="0"/>
            <a:t>)</a:t>
          </a:r>
          <a:endParaRPr lang="en-US" dirty="0"/>
        </a:p>
      </dgm:t>
    </dgm:pt>
    <dgm:pt modelId="{C34C3BDD-9522-479B-A0D1-5A26E1D994B4}" type="parTrans" cxnId="{54D91172-5C5E-41B2-AB66-1144FFAD0775}">
      <dgm:prSet/>
      <dgm:spPr/>
      <dgm:t>
        <a:bodyPr/>
        <a:lstStyle/>
        <a:p>
          <a:endParaRPr lang="en-US"/>
        </a:p>
      </dgm:t>
    </dgm:pt>
    <dgm:pt modelId="{C5A350CC-B113-4725-ACFD-2DB13001F450}" type="sibTrans" cxnId="{54D91172-5C5E-41B2-AB66-1144FFAD0775}">
      <dgm:prSet/>
      <dgm:spPr/>
      <dgm:t>
        <a:bodyPr/>
        <a:lstStyle/>
        <a:p>
          <a:endParaRPr lang="en-US"/>
        </a:p>
      </dgm:t>
    </dgm:pt>
    <dgm:pt modelId="{CE724783-6779-4915-A5F1-EABA2B27E5FF}">
      <dgm:prSet/>
      <dgm:spPr/>
      <dgm:t>
        <a:bodyPr/>
        <a:lstStyle/>
        <a:p>
          <a:r>
            <a:rPr lang="cs-CZ" b="0" i="0" baseline="0" dirty="0"/>
            <a:t>Kybernetické bezpečnostní události</a:t>
          </a:r>
          <a:endParaRPr lang="en-US" dirty="0"/>
        </a:p>
      </dgm:t>
    </dgm:pt>
    <dgm:pt modelId="{17A5E48D-8D20-4202-80FC-E5813761E745}" type="parTrans" cxnId="{90970B63-8C4B-4045-8D93-757DDE8DD7AB}">
      <dgm:prSet/>
      <dgm:spPr/>
      <dgm:t>
        <a:bodyPr/>
        <a:lstStyle/>
        <a:p>
          <a:endParaRPr lang="en-US"/>
        </a:p>
      </dgm:t>
    </dgm:pt>
    <dgm:pt modelId="{84F6AA77-C3AB-44CF-886C-DB33EAB7CDF4}" type="sibTrans" cxnId="{90970B63-8C4B-4045-8D93-757DDE8DD7AB}">
      <dgm:prSet/>
      <dgm:spPr/>
      <dgm:t>
        <a:bodyPr/>
        <a:lstStyle/>
        <a:p>
          <a:endParaRPr lang="en-US"/>
        </a:p>
      </dgm:t>
    </dgm:pt>
    <dgm:pt modelId="{0EF1449B-41AC-4934-AA3E-48DFF80F3530}">
      <dgm:prSet/>
      <dgm:spPr/>
      <dgm:t>
        <a:bodyPr/>
        <a:lstStyle/>
        <a:p>
          <a:r>
            <a:rPr lang="cs-CZ" b="0" i="0" baseline="0" dirty="0"/>
            <a:t>Kybernetické bezpečnostní incidenty</a:t>
          </a:r>
          <a:endParaRPr lang="en-US" dirty="0"/>
        </a:p>
      </dgm:t>
    </dgm:pt>
    <dgm:pt modelId="{063DAC37-F011-4250-9E01-2B24A90BE13E}" type="parTrans" cxnId="{7B49ABC6-38AF-4054-9F58-929BF3C15CFF}">
      <dgm:prSet/>
      <dgm:spPr/>
      <dgm:t>
        <a:bodyPr/>
        <a:lstStyle/>
        <a:p>
          <a:endParaRPr lang="en-US"/>
        </a:p>
      </dgm:t>
    </dgm:pt>
    <dgm:pt modelId="{6D47F138-5A9F-4B48-A8F6-1F5400B2C8F6}" type="sibTrans" cxnId="{7B49ABC6-38AF-4054-9F58-929BF3C15CFF}">
      <dgm:prSet/>
      <dgm:spPr/>
      <dgm:t>
        <a:bodyPr/>
        <a:lstStyle/>
        <a:p>
          <a:endParaRPr lang="en-US"/>
        </a:p>
      </dgm:t>
    </dgm:pt>
    <dgm:pt modelId="{42728967-4DF6-482D-8363-7DC120A9A81C}">
      <dgm:prSet/>
      <dgm:spPr/>
      <dgm:t>
        <a:bodyPr/>
        <a:lstStyle/>
        <a:p>
          <a:r>
            <a:rPr lang="cs-CZ" b="0" i="0" baseline="0" dirty="0"/>
            <a:t>Kybernetický útok (</a:t>
          </a:r>
          <a:r>
            <a:rPr lang="cs-CZ" b="0" i="0" baseline="0" dirty="0" err="1"/>
            <a:t>Cyber</a:t>
          </a:r>
          <a:r>
            <a:rPr lang="cs-CZ" b="0" i="0" baseline="0" dirty="0"/>
            <a:t> </a:t>
          </a:r>
          <a:r>
            <a:rPr lang="cs-CZ" b="0" i="0" baseline="0" dirty="0" err="1"/>
            <a:t>Attack</a:t>
          </a:r>
          <a:r>
            <a:rPr lang="cs-CZ" b="0" i="0" baseline="0" dirty="0"/>
            <a:t>)</a:t>
          </a:r>
          <a:endParaRPr lang="en-US" dirty="0"/>
        </a:p>
      </dgm:t>
    </dgm:pt>
    <dgm:pt modelId="{267050EE-5356-450E-9E51-29156108D60D}" type="parTrans" cxnId="{2D3A422B-916F-415D-BA77-6817D896815F}">
      <dgm:prSet/>
      <dgm:spPr/>
      <dgm:t>
        <a:bodyPr/>
        <a:lstStyle/>
        <a:p>
          <a:endParaRPr lang="en-US"/>
        </a:p>
      </dgm:t>
    </dgm:pt>
    <dgm:pt modelId="{F5E7D055-D9DC-4D9F-B1BA-BE0114CB39FB}" type="sibTrans" cxnId="{2D3A422B-916F-415D-BA77-6817D896815F}">
      <dgm:prSet/>
      <dgm:spPr/>
      <dgm:t>
        <a:bodyPr/>
        <a:lstStyle/>
        <a:p>
          <a:endParaRPr lang="en-US"/>
        </a:p>
      </dgm:t>
    </dgm:pt>
    <dgm:pt modelId="{E94CB60E-7A9B-45D5-BCD5-0D283F306A19}">
      <dgm:prSet/>
      <dgm:spPr/>
      <dgm:t>
        <a:bodyPr/>
        <a:lstStyle/>
        <a:p>
          <a:r>
            <a:rPr lang="cs-CZ" b="0" i="0" baseline="0"/>
            <a:t>Kyberkriminalita (Cybercrime)</a:t>
          </a:r>
          <a:endParaRPr lang="en-US"/>
        </a:p>
      </dgm:t>
    </dgm:pt>
    <dgm:pt modelId="{B9D7C638-2EE6-45B8-A20D-0590716BE091}" type="parTrans" cxnId="{FEC920F7-28F0-4E53-87CB-529EB3F889A0}">
      <dgm:prSet/>
      <dgm:spPr/>
      <dgm:t>
        <a:bodyPr/>
        <a:lstStyle/>
        <a:p>
          <a:endParaRPr lang="en-US"/>
        </a:p>
      </dgm:t>
    </dgm:pt>
    <dgm:pt modelId="{17BDADA0-9EBB-40EB-B2DF-7ECFB1D5BEEF}" type="sibTrans" cxnId="{FEC920F7-28F0-4E53-87CB-529EB3F889A0}">
      <dgm:prSet/>
      <dgm:spPr/>
      <dgm:t>
        <a:bodyPr/>
        <a:lstStyle/>
        <a:p>
          <a:endParaRPr lang="en-US"/>
        </a:p>
      </dgm:t>
    </dgm:pt>
    <dgm:pt modelId="{8C882B3D-EA77-48F3-9307-991DA3DE8B43}">
      <dgm:prSet/>
      <dgm:spPr/>
      <dgm:t>
        <a:bodyPr/>
        <a:lstStyle/>
        <a:p>
          <a:r>
            <a:rPr lang="cs-CZ" dirty="0"/>
            <a:t>narušení bezpečnosti informací v informačních systémech nebo narušení bezpečnosti služeb anebo bezpečnosti a integrity sítí elektronických komunikací v důsledku kybernetické bezpečnostní události</a:t>
          </a:r>
          <a:endParaRPr lang="en-US" dirty="0"/>
        </a:p>
      </dgm:t>
    </dgm:pt>
    <dgm:pt modelId="{2395E4F2-F115-4486-8BE5-23E2E5A0648B}" type="parTrans" cxnId="{A7DAFCE7-4A65-49FB-A96C-B847D2E52AF0}">
      <dgm:prSet/>
      <dgm:spPr/>
      <dgm:t>
        <a:bodyPr/>
        <a:lstStyle/>
        <a:p>
          <a:endParaRPr lang="cs-CZ"/>
        </a:p>
      </dgm:t>
    </dgm:pt>
    <dgm:pt modelId="{EDE8A055-11D6-44EB-92BD-89E73F21B6CB}" type="sibTrans" cxnId="{A7DAFCE7-4A65-49FB-A96C-B847D2E52AF0}">
      <dgm:prSet/>
      <dgm:spPr/>
      <dgm:t>
        <a:bodyPr/>
        <a:lstStyle/>
        <a:p>
          <a:endParaRPr lang="cs-CZ"/>
        </a:p>
      </dgm:t>
    </dgm:pt>
    <dgm:pt modelId="{87261C2C-124C-47D1-A2D7-B95BF4F313F8}" type="pres">
      <dgm:prSet presAssocID="{C2E1E71D-98C0-4B16-B2AC-FE6786D71871}" presName="linear" presStyleCnt="0">
        <dgm:presLayoutVars>
          <dgm:animLvl val="lvl"/>
          <dgm:resizeHandles val="exact"/>
        </dgm:presLayoutVars>
      </dgm:prSet>
      <dgm:spPr/>
    </dgm:pt>
    <dgm:pt modelId="{AFF89577-F87A-45BF-A833-9A5EB0B518A9}" type="pres">
      <dgm:prSet presAssocID="{D7F6439D-F8EC-4591-AD40-A5EF1F650F2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4DDA35E-2A74-4509-B3FE-E362FBAD1C7C}" type="pres">
      <dgm:prSet presAssocID="{C5A350CC-B113-4725-ACFD-2DB13001F450}" presName="spacer" presStyleCnt="0"/>
      <dgm:spPr/>
    </dgm:pt>
    <dgm:pt modelId="{CC267D91-2D29-455D-9ACA-62412606F357}" type="pres">
      <dgm:prSet presAssocID="{CE724783-6779-4915-A5F1-EABA2B27E5F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DF7BDF4-46F0-4BF4-8BA3-60EEB63630F0}" type="pres">
      <dgm:prSet presAssocID="{84F6AA77-C3AB-44CF-886C-DB33EAB7CDF4}" presName="spacer" presStyleCnt="0"/>
      <dgm:spPr/>
    </dgm:pt>
    <dgm:pt modelId="{E877DAE1-E128-4489-9ACF-CCEF9E9D08B3}" type="pres">
      <dgm:prSet presAssocID="{0EF1449B-41AC-4934-AA3E-48DFF80F353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90EDD7A-8D04-4A15-8C80-D6F2998661BD}" type="pres">
      <dgm:prSet presAssocID="{0EF1449B-41AC-4934-AA3E-48DFF80F3530}" presName="childText" presStyleLbl="revTx" presStyleIdx="0" presStyleCnt="1">
        <dgm:presLayoutVars>
          <dgm:bulletEnabled val="1"/>
        </dgm:presLayoutVars>
      </dgm:prSet>
      <dgm:spPr/>
    </dgm:pt>
    <dgm:pt modelId="{366A310A-F15F-4187-9DFF-857F47A1F7A0}" type="pres">
      <dgm:prSet presAssocID="{42728967-4DF6-482D-8363-7DC120A9A81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87C5DC1-6798-43D0-B68A-7FCE95A6B4CF}" type="pres">
      <dgm:prSet presAssocID="{F5E7D055-D9DC-4D9F-B1BA-BE0114CB39FB}" presName="spacer" presStyleCnt="0"/>
      <dgm:spPr/>
    </dgm:pt>
    <dgm:pt modelId="{A97DC4B8-B7CA-49DB-BF72-0F3AA6BD19BB}" type="pres">
      <dgm:prSet presAssocID="{E94CB60E-7A9B-45D5-BCD5-0D283F306A1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EF4F4F13-9E54-4530-8B7B-59F313F557AC}" type="presOf" srcId="{8C882B3D-EA77-48F3-9307-991DA3DE8B43}" destId="{F90EDD7A-8D04-4A15-8C80-D6F2998661BD}" srcOrd="0" destOrd="0" presId="urn:microsoft.com/office/officeart/2005/8/layout/vList2"/>
    <dgm:cxn modelId="{2D3A422B-916F-415D-BA77-6817D896815F}" srcId="{C2E1E71D-98C0-4B16-B2AC-FE6786D71871}" destId="{42728967-4DF6-482D-8363-7DC120A9A81C}" srcOrd="3" destOrd="0" parTransId="{267050EE-5356-450E-9E51-29156108D60D}" sibTransId="{F5E7D055-D9DC-4D9F-B1BA-BE0114CB39FB}"/>
    <dgm:cxn modelId="{90970B63-8C4B-4045-8D93-757DDE8DD7AB}" srcId="{C2E1E71D-98C0-4B16-B2AC-FE6786D71871}" destId="{CE724783-6779-4915-A5F1-EABA2B27E5FF}" srcOrd="1" destOrd="0" parTransId="{17A5E48D-8D20-4202-80FC-E5813761E745}" sibTransId="{84F6AA77-C3AB-44CF-886C-DB33EAB7CDF4}"/>
    <dgm:cxn modelId="{54D91172-5C5E-41B2-AB66-1144FFAD0775}" srcId="{C2E1E71D-98C0-4B16-B2AC-FE6786D71871}" destId="{D7F6439D-F8EC-4591-AD40-A5EF1F650F2B}" srcOrd="0" destOrd="0" parTransId="{C34C3BDD-9522-479B-A0D1-5A26E1D994B4}" sibTransId="{C5A350CC-B113-4725-ACFD-2DB13001F450}"/>
    <dgm:cxn modelId="{95021B74-EC1F-466B-9F37-17F2EF842FDD}" type="presOf" srcId="{0EF1449B-41AC-4934-AA3E-48DFF80F3530}" destId="{E877DAE1-E128-4489-9ACF-CCEF9E9D08B3}" srcOrd="0" destOrd="0" presId="urn:microsoft.com/office/officeart/2005/8/layout/vList2"/>
    <dgm:cxn modelId="{61CBEB80-DF11-4CB4-9AEF-37DC031BA38E}" type="presOf" srcId="{C2E1E71D-98C0-4B16-B2AC-FE6786D71871}" destId="{87261C2C-124C-47D1-A2D7-B95BF4F313F8}" srcOrd="0" destOrd="0" presId="urn:microsoft.com/office/officeart/2005/8/layout/vList2"/>
    <dgm:cxn modelId="{2A02BE89-512D-429F-AA24-129106CD0E51}" type="presOf" srcId="{42728967-4DF6-482D-8363-7DC120A9A81C}" destId="{366A310A-F15F-4187-9DFF-857F47A1F7A0}" srcOrd="0" destOrd="0" presId="urn:microsoft.com/office/officeart/2005/8/layout/vList2"/>
    <dgm:cxn modelId="{D7685BC1-3D2A-4556-80CB-237BFCE3E366}" type="presOf" srcId="{CE724783-6779-4915-A5F1-EABA2B27E5FF}" destId="{CC267D91-2D29-455D-9ACA-62412606F357}" srcOrd="0" destOrd="0" presId="urn:microsoft.com/office/officeart/2005/8/layout/vList2"/>
    <dgm:cxn modelId="{7B49ABC6-38AF-4054-9F58-929BF3C15CFF}" srcId="{C2E1E71D-98C0-4B16-B2AC-FE6786D71871}" destId="{0EF1449B-41AC-4934-AA3E-48DFF80F3530}" srcOrd="2" destOrd="0" parTransId="{063DAC37-F011-4250-9E01-2B24A90BE13E}" sibTransId="{6D47F138-5A9F-4B48-A8F6-1F5400B2C8F6}"/>
    <dgm:cxn modelId="{D56481E1-3415-49B0-9D10-F6C6ABA931FB}" type="presOf" srcId="{E94CB60E-7A9B-45D5-BCD5-0D283F306A19}" destId="{A97DC4B8-B7CA-49DB-BF72-0F3AA6BD19BB}" srcOrd="0" destOrd="0" presId="urn:microsoft.com/office/officeart/2005/8/layout/vList2"/>
    <dgm:cxn modelId="{A7DAFCE7-4A65-49FB-A96C-B847D2E52AF0}" srcId="{0EF1449B-41AC-4934-AA3E-48DFF80F3530}" destId="{8C882B3D-EA77-48F3-9307-991DA3DE8B43}" srcOrd="0" destOrd="0" parTransId="{2395E4F2-F115-4486-8BE5-23E2E5A0648B}" sibTransId="{EDE8A055-11D6-44EB-92BD-89E73F21B6CB}"/>
    <dgm:cxn modelId="{334943F3-E3C1-4E21-978D-7D76BE40F56A}" type="presOf" srcId="{D7F6439D-F8EC-4591-AD40-A5EF1F650F2B}" destId="{AFF89577-F87A-45BF-A833-9A5EB0B518A9}" srcOrd="0" destOrd="0" presId="urn:microsoft.com/office/officeart/2005/8/layout/vList2"/>
    <dgm:cxn modelId="{FEC920F7-28F0-4E53-87CB-529EB3F889A0}" srcId="{C2E1E71D-98C0-4B16-B2AC-FE6786D71871}" destId="{E94CB60E-7A9B-45D5-BCD5-0D283F306A19}" srcOrd="4" destOrd="0" parTransId="{B9D7C638-2EE6-45B8-A20D-0590716BE091}" sibTransId="{17BDADA0-9EBB-40EB-B2DF-7ECFB1D5BEEF}"/>
    <dgm:cxn modelId="{940694A1-0AD6-47F5-8238-60D6DD3D8475}" type="presParOf" srcId="{87261C2C-124C-47D1-A2D7-B95BF4F313F8}" destId="{AFF89577-F87A-45BF-A833-9A5EB0B518A9}" srcOrd="0" destOrd="0" presId="urn:microsoft.com/office/officeart/2005/8/layout/vList2"/>
    <dgm:cxn modelId="{74CDC176-12CA-4A30-B328-B6EFEEB5FC71}" type="presParOf" srcId="{87261C2C-124C-47D1-A2D7-B95BF4F313F8}" destId="{74DDA35E-2A74-4509-B3FE-E362FBAD1C7C}" srcOrd="1" destOrd="0" presId="urn:microsoft.com/office/officeart/2005/8/layout/vList2"/>
    <dgm:cxn modelId="{FC724DB1-7FA0-4EA0-9EE0-14F477C0F7F8}" type="presParOf" srcId="{87261C2C-124C-47D1-A2D7-B95BF4F313F8}" destId="{CC267D91-2D29-455D-9ACA-62412606F357}" srcOrd="2" destOrd="0" presId="urn:microsoft.com/office/officeart/2005/8/layout/vList2"/>
    <dgm:cxn modelId="{5DF37EBF-EE3E-4E77-89AE-48BFE0D09818}" type="presParOf" srcId="{87261C2C-124C-47D1-A2D7-B95BF4F313F8}" destId="{7DF7BDF4-46F0-4BF4-8BA3-60EEB63630F0}" srcOrd="3" destOrd="0" presId="urn:microsoft.com/office/officeart/2005/8/layout/vList2"/>
    <dgm:cxn modelId="{964BE097-EA01-4691-B338-6DAB6F423284}" type="presParOf" srcId="{87261C2C-124C-47D1-A2D7-B95BF4F313F8}" destId="{E877DAE1-E128-4489-9ACF-CCEF9E9D08B3}" srcOrd="4" destOrd="0" presId="urn:microsoft.com/office/officeart/2005/8/layout/vList2"/>
    <dgm:cxn modelId="{C29A828F-2E11-48B1-8E28-72B5259F7D92}" type="presParOf" srcId="{87261C2C-124C-47D1-A2D7-B95BF4F313F8}" destId="{F90EDD7A-8D04-4A15-8C80-D6F2998661BD}" srcOrd="5" destOrd="0" presId="urn:microsoft.com/office/officeart/2005/8/layout/vList2"/>
    <dgm:cxn modelId="{66121E6E-AAB7-42D8-8D7C-A5FE245C159A}" type="presParOf" srcId="{87261C2C-124C-47D1-A2D7-B95BF4F313F8}" destId="{366A310A-F15F-4187-9DFF-857F47A1F7A0}" srcOrd="6" destOrd="0" presId="urn:microsoft.com/office/officeart/2005/8/layout/vList2"/>
    <dgm:cxn modelId="{14F57636-E4C4-44D3-8599-8C770D79AD35}" type="presParOf" srcId="{87261C2C-124C-47D1-A2D7-B95BF4F313F8}" destId="{B87C5DC1-6798-43D0-B68A-7FCE95A6B4CF}" srcOrd="7" destOrd="0" presId="urn:microsoft.com/office/officeart/2005/8/layout/vList2"/>
    <dgm:cxn modelId="{9F38BA7A-794A-48C8-82DC-AC5EB950B895}" type="presParOf" srcId="{87261C2C-124C-47D1-A2D7-B95BF4F313F8}" destId="{A97DC4B8-B7CA-49DB-BF72-0F3AA6BD19B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C2E1E71D-98C0-4B16-B2AC-FE6786D7187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7F6439D-F8EC-4591-AD40-A5EF1F650F2B}">
      <dgm:prSet/>
      <dgm:spPr/>
      <dgm:t>
        <a:bodyPr/>
        <a:lstStyle/>
        <a:p>
          <a:r>
            <a:rPr lang="cs-CZ" b="0" i="0" baseline="0" dirty="0"/>
            <a:t>Kybernetické hrozby (</a:t>
          </a:r>
          <a:r>
            <a:rPr lang="cs-CZ" b="0" i="0" baseline="0" dirty="0" err="1"/>
            <a:t>Threat</a:t>
          </a:r>
          <a:r>
            <a:rPr lang="cs-CZ" b="0" i="0" baseline="0" dirty="0"/>
            <a:t>)</a:t>
          </a:r>
          <a:endParaRPr lang="en-US" dirty="0"/>
        </a:p>
      </dgm:t>
    </dgm:pt>
    <dgm:pt modelId="{C34C3BDD-9522-479B-A0D1-5A26E1D994B4}" type="parTrans" cxnId="{54D91172-5C5E-41B2-AB66-1144FFAD0775}">
      <dgm:prSet/>
      <dgm:spPr/>
      <dgm:t>
        <a:bodyPr/>
        <a:lstStyle/>
        <a:p>
          <a:endParaRPr lang="en-US"/>
        </a:p>
      </dgm:t>
    </dgm:pt>
    <dgm:pt modelId="{C5A350CC-B113-4725-ACFD-2DB13001F450}" type="sibTrans" cxnId="{54D91172-5C5E-41B2-AB66-1144FFAD0775}">
      <dgm:prSet/>
      <dgm:spPr/>
      <dgm:t>
        <a:bodyPr/>
        <a:lstStyle/>
        <a:p>
          <a:endParaRPr lang="en-US"/>
        </a:p>
      </dgm:t>
    </dgm:pt>
    <dgm:pt modelId="{CE724783-6779-4915-A5F1-EABA2B27E5FF}">
      <dgm:prSet/>
      <dgm:spPr/>
      <dgm:t>
        <a:bodyPr/>
        <a:lstStyle/>
        <a:p>
          <a:r>
            <a:rPr lang="cs-CZ" b="0" i="0" baseline="0" dirty="0"/>
            <a:t>Kybernetické bezpečnostní události</a:t>
          </a:r>
          <a:endParaRPr lang="en-US" dirty="0"/>
        </a:p>
      </dgm:t>
    </dgm:pt>
    <dgm:pt modelId="{17A5E48D-8D20-4202-80FC-E5813761E745}" type="parTrans" cxnId="{90970B63-8C4B-4045-8D93-757DDE8DD7AB}">
      <dgm:prSet/>
      <dgm:spPr/>
      <dgm:t>
        <a:bodyPr/>
        <a:lstStyle/>
        <a:p>
          <a:endParaRPr lang="en-US"/>
        </a:p>
      </dgm:t>
    </dgm:pt>
    <dgm:pt modelId="{84F6AA77-C3AB-44CF-886C-DB33EAB7CDF4}" type="sibTrans" cxnId="{90970B63-8C4B-4045-8D93-757DDE8DD7AB}">
      <dgm:prSet/>
      <dgm:spPr/>
      <dgm:t>
        <a:bodyPr/>
        <a:lstStyle/>
        <a:p>
          <a:endParaRPr lang="en-US"/>
        </a:p>
      </dgm:t>
    </dgm:pt>
    <dgm:pt modelId="{0EF1449B-41AC-4934-AA3E-48DFF80F3530}">
      <dgm:prSet/>
      <dgm:spPr/>
      <dgm:t>
        <a:bodyPr/>
        <a:lstStyle/>
        <a:p>
          <a:r>
            <a:rPr lang="cs-CZ" b="0" i="0" baseline="0" dirty="0"/>
            <a:t>Kybernetické bezpečnostní incidenty</a:t>
          </a:r>
          <a:endParaRPr lang="en-US" dirty="0"/>
        </a:p>
      </dgm:t>
    </dgm:pt>
    <dgm:pt modelId="{063DAC37-F011-4250-9E01-2B24A90BE13E}" type="parTrans" cxnId="{7B49ABC6-38AF-4054-9F58-929BF3C15CFF}">
      <dgm:prSet/>
      <dgm:spPr/>
      <dgm:t>
        <a:bodyPr/>
        <a:lstStyle/>
        <a:p>
          <a:endParaRPr lang="en-US"/>
        </a:p>
      </dgm:t>
    </dgm:pt>
    <dgm:pt modelId="{6D47F138-5A9F-4B48-A8F6-1F5400B2C8F6}" type="sibTrans" cxnId="{7B49ABC6-38AF-4054-9F58-929BF3C15CFF}">
      <dgm:prSet/>
      <dgm:spPr/>
      <dgm:t>
        <a:bodyPr/>
        <a:lstStyle/>
        <a:p>
          <a:endParaRPr lang="en-US"/>
        </a:p>
      </dgm:t>
    </dgm:pt>
    <dgm:pt modelId="{42728967-4DF6-482D-8363-7DC120A9A81C}">
      <dgm:prSet/>
      <dgm:spPr/>
      <dgm:t>
        <a:bodyPr/>
        <a:lstStyle/>
        <a:p>
          <a:r>
            <a:rPr lang="cs-CZ" b="0" i="0" baseline="0" dirty="0"/>
            <a:t>Kybernetický útok (</a:t>
          </a:r>
          <a:r>
            <a:rPr lang="cs-CZ" b="0" i="0" baseline="0" dirty="0" err="1"/>
            <a:t>Cyber</a:t>
          </a:r>
          <a:r>
            <a:rPr lang="cs-CZ" b="0" i="0" baseline="0" dirty="0"/>
            <a:t> </a:t>
          </a:r>
          <a:r>
            <a:rPr lang="cs-CZ" b="0" i="0" baseline="0" dirty="0" err="1"/>
            <a:t>Attack</a:t>
          </a:r>
          <a:r>
            <a:rPr lang="cs-CZ" b="0" i="0" baseline="0" dirty="0"/>
            <a:t>)</a:t>
          </a:r>
          <a:endParaRPr lang="en-US" dirty="0"/>
        </a:p>
      </dgm:t>
    </dgm:pt>
    <dgm:pt modelId="{267050EE-5356-450E-9E51-29156108D60D}" type="parTrans" cxnId="{2D3A422B-916F-415D-BA77-6817D896815F}">
      <dgm:prSet/>
      <dgm:spPr/>
      <dgm:t>
        <a:bodyPr/>
        <a:lstStyle/>
        <a:p>
          <a:endParaRPr lang="en-US"/>
        </a:p>
      </dgm:t>
    </dgm:pt>
    <dgm:pt modelId="{F5E7D055-D9DC-4D9F-B1BA-BE0114CB39FB}" type="sibTrans" cxnId="{2D3A422B-916F-415D-BA77-6817D896815F}">
      <dgm:prSet/>
      <dgm:spPr/>
      <dgm:t>
        <a:bodyPr/>
        <a:lstStyle/>
        <a:p>
          <a:endParaRPr lang="en-US"/>
        </a:p>
      </dgm:t>
    </dgm:pt>
    <dgm:pt modelId="{E94CB60E-7A9B-45D5-BCD5-0D283F306A19}">
      <dgm:prSet/>
      <dgm:spPr/>
      <dgm:t>
        <a:bodyPr/>
        <a:lstStyle/>
        <a:p>
          <a:r>
            <a:rPr lang="cs-CZ" b="0" i="0" baseline="0"/>
            <a:t>Kyberkriminalita (Cybercrime)</a:t>
          </a:r>
          <a:endParaRPr lang="en-US"/>
        </a:p>
      </dgm:t>
    </dgm:pt>
    <dgm:pt modelId="{B9D7C638-2EE6-45B8-A20D-0590716BE091}" type="parTrans" cxnId="{FEC920F7-28F0-4E53-87CB-529EB3F889A0}">
      <dgm:prSet/>
      <dgm:spPr/>
      <dgm:t>
        <a:bodyPr/>
        <a:lstStyle/>
        <a:p>
          <a:endParaRPr lang="en-US"/>
        </a:p>
      </dgm:t>
    </dgm:pt>
    <dgm:pt modelId="{17BDADA0-9EBB-40EB-B2DF-7ECFB1D5BEEF}" type="sibTrans" cxnId="{FEC920F7-28F0-4E53-87CB-529EB3F889A0}">
      <dgm:prSet/>
      <dgm:spPr/>
      <dgm:t>
        <a:bodyPr/>
        <a:lstStyle/>
        <a:p>
          <a:endParaRPr lang="en-US"/>
        </a:p>
      </dgm:t>
    </dgm:pt>
    <dgm:pt modelId="{AD68F82E-AD8A-4AC7-9A82-6AA0CB222483}">
      <dgm:prSet/>
      <dgm:spPr/>
      <dgm:t>
        <a:bodyPr/>
        <a:lstStyle/>
        <a:p>
          <a:r>
            <a:rPr lang="cs-CZ" dirty="0"/>
            <a:t>jakékoli úmyslné jednání útočníka v kyberprostoru, které směřuje proti zájmům jiné osoby či organizace</a:t>
          </a:r>
          <a:endParaRPr lang="en-US" dirty="0"/>
        </a:p>
      </dgm:t>
    </dgm:pt>
    <dgm:pt modelId="{926B0233-860D-4C49-AB9C-CBFD746DAF23}" type="parTrans" cxnId="{E9DA2936-A70B-4AC3-B513-1E40A034E81F}">
      <dgm:prSet/>
      <dgm:spPr/>
      <dgm:t>
        <a:bodyPr/>
        <a:lstStyle/>
        <a:p>
          <a:endParaRPr lang="cs-CZ"/>
        </a:p>
      </dgm:t>
    </dgm:pt>
    <dgm:pt modelId="{468EC445-AC83-4587-B299-856701BB77AD}" type="sibTrans" cxnId="{E9DA2936-A70B-4AC3-B513-1E40A034E81F}">
      <dgm:prSet/>
      <dgm:spPr/>
      <dgm:t>
        <a:bodyPr/>
        <a:lstStyle/>
        <a:p>
          <a:endParaRPr lang="cs-CZ"/>
        </a:p>
      </dgm:t>
    </dgm:pt>
    <dgm:pt modelId="{87261C2C-124C-47D1-A2D7-B95BF4F313F8}" type="pres">
      <dgm:prSet presAssocID="{C2E1E71D-98C0-4B16-B2AC-FE6786D71871}" presName="linear" presStyleCnt="0">
        <dgm:presLayoutVars>
          <dgm:animLvl val="lvl"/>
          <dgm:resizeHandles val="exact"/>
        </dgm:presLayoutVars>
      </dgm:prSet>
      <dgm:spPr/>
    </dgm:pt>
    <dgm:pt modelId="{AFF89577-F87A-45BF-A833-9A5EB0B518A9}" type="pres">
      <dgm:prSet presAssocID="{D7F6439D-F8EC-4591-AD40-A5EF1F650F2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4DDA35E-2A74-4509-B3FE-E362FBAD1C7C}" type="pres">
      <dgm:prSet presAssocID="{C5A350CC-B113-4725-ACFD-2DB13001F450}" presName="spacer" presStyleCnt="0"/>
      <dgm:spPr/>
    </dgm:pt>
    <dgm:pt modelId="{CC267D91-2D29-455D-9ACA-62412606F357}" type="pres">
      <dgm:prSet presAssocID="{CE724783-6779-4915-A5F1-EABA2B27E5F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DF7BDF4-46F0-4BF4-8BA3-60EEB63630F0}" type="pres">
      <dgm:prSet presAssocID="{84F6AA77-C3AB-44CF-886C-DB33EAB7CDF4}" presName="spacer" presStyleCnt="0"/>
      <dgm:spPr/>
    </dgm:pt>
    <dgm:pt modelId="{E877DAE1-E128-4489-9ACF-CCEF9E9D08B3}" type="pres">
      <dgm:prSet presAssocID="{0EF1449B-41AC-4934-AA3E-48DFF80F353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DD470CF-4E08-4994-869A-C95AEE448060}" type="pres">
      <dgm:prSet presAssocID="{6D47F138-5A9F-4B48-A8F6-1F5400B2C8F6}" presName="spacer" presStyleCnt="0"/>
      <dgm:spPr/>
    </dgm:pt>
    <dgm:pt modelId="{366A310A-F15F-4187-9DFF-857F47A1F7A0}" type="pres">
      <dgm:prSet presAssocID="{42728967-4DF6-482D-8363-7DC120A9A81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F963B91-E9E8-47D1-BC60-2D43A7EE9637}" type="pres">
      <dgm:prSet presAssocID="{42728967-4DF6-482D-8363-7DC120A9A81C}" presName="childText" presStyleLbl="revTx" presStyleIdx="0" presStyleCnt="1">
        <dgm:presLayoutVars>
          <dgm:bulletEnabled val="1"/>
        </dgm:presLayoutVars>
      </dgm:prSet>
      <dgm:spPr/>
    </dgm:pt>
    <dgm:pt modelId="{A97DC4B8-B7CA-49DB-BF72-0F3AA6BD19BB}" type="pres">
      <dgm:prSet presAssocID="{E94CB60E-7A9B-45D5-BCD5-0D283F306A1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D3A422B-916F-415D-BA77-6817D896815F}" srcId="{C2E1E71D-98C0-4B16-B2AC-FE6786D71871}" destId="{42728967-4DF6-482D-8363-7DC120A9A81C}" srcOrd="3" destOrd="0" parTransId="{267050EE-5356-450E-9E51-29156108D60D}" sibTransId="{F5E7D055-D9DC-4D9F-B1BA-BE0114CB39FB}"/>
    <dgm:cxn modelId="{E9DA2936-A70B-4AC3-B513-1E40A034E81F}" srcId="{42728967-4DF6-482D-8363-7DC120A9A81C}" destId="{AD68F82E-AD8A-4AC7-9A82-6AA0CB222483}" srcOrd="0" destOrd="0" parTransId="{926B0233-860D-4C49-AB9C-CBFD746DAF23}" sibTransId="{468EC445-AC83-4587-B299-856701BB77AD}"/>
    <dgm:cxn modelId="{90970B63-8C4B-4045-8D93-757DDE8DD7AB}" srcId="{C2E1E71D-98C0-4B16-B2AC-FE6786D71871}" destId="{CE724783-6779-4915-A5F1-EABA2B27E5FF}" srcOrd="1" destOrd="0" parTransId="{17A5E48D-8D20-4202-80FC-E5813761E745}" sibTransId="{84F6AA77-C3AB-44CF-886C-DB33EAB7CDF4}"/>
    <dgm:cxn modelId="{1058F846-5157-4F5A-9BC8-516B647B63F4}" type="presOf" srcId="{AD68F82E-AD8A-4AC7-9A82-6AA0CB222483}" destId="{4F963B91-E9E8-47D1-BC60-2D43A7EE9637}" srcOrd="0" destOrd="0" presId="urn:microsoft.com/office/officeart/2005/8/layout/vList2"/>
    <dgm:cxn modelId="{54D91172-5C5E-41B2-AB66-1144FFAD0775}" srcId="{C2E1E71D-98C0-4B16-B2AC-FE6786D71871}" destId="{D7F6439D-F8EC-4591-AD40-A5EF1F650F2B}" srcOrd="0" destOrd="0" parTransId="{C34C3BDD-9522-479B-A0D1-5A26E1D994B4}" sibTransId="{C5A350CC-B113-4725-ACFD-2DB13001F450}"/>
    <dgm:cxn modelId="{95021B74-EC1F-466B-9F37-17F2EF842FDD}" type="presOf" srcId="{0EF1449B-41AC-4934-AA3E-48DFF80F3530}" destId="{E877DAE1-E128-4489-9ACF-CCEF9E9D08B3}" srcOrd="0" destOrd="0" presId="urn:microsoft.com/office/officeart/2005/8/layout/vList2"/>
    <dgm:cxn modelId="{61CBEB80-DF11-4CB4-9AEF-37DC031BA38E}" type="presOf" srcId="{C2E1E71D-98C0-4B16-B2AC-FE6786D71871}" destId="{87261C2C-124C-47D1-A2D7-B95BF4F313F8}" srcOrd="0" destOrd="0" presId="urn:microsoft.com/office/officeart/2005/8/layout/vList2"/>
    <dgm:cxn modelId="{2A02BE89-512D-429F-AA24-129106CD0E51}" type="presOf" srcId="{42728967-4DF6-482D-8363-7DC120A9A81C}" destId="{366A310A-F15F-4187-9DFF-857F47A1F7A0}" srcOrd="0" destOrd="0" presId="urn:microsoft.com/office/officeart/2005/8/layout/vList2"/>
    <dgm:cxn modelId="{D7685BC1-3D2A-4556-80CB-237BFCE3E366}" type="presOf" srcId="{CE724783-6779-4915-A5F1-EABA2B27E5FF}" destId="{CC267D91-2D29-455D-9ACA-62412606F357}" srcOrd="0" destOrd="0" presId="urn:microsoft.com/office/officeart/2005/8/layout/vList2"/>
    <dgm:cxn modelId="{7B49ABC6-38AF-4054-9F58-929BF3C15CFF}" srcId="{C2E1E71D-98C0-4B16-B2AC-FE6786D71871}" destId="{0EF1449B-41AC-4934-AA3E-48DFF80F3530}" srcOrd="2" destOrd="0" parTransId="{063DAC37-F011-4250-9E01-2B24A90BE13E}" sibTransId="{6D47F138-5A9F-4B48-A8F6-1F5400B2C8F6}"/>
    <dgm:cxn modelId="{D56481E1-3415-49B0-9D10-F6C6ABA931FB}" type="presOf" srcId="{E94CB60E-7A9B-45D5-BCD5-0D283F306A19}" destId="{A97DC4B8-B7CA-49DB-BF72-0F3AA6BD19BB}" srcOrd="0" destOrd="0" presId="urn:microsoft.com/office/officeart/2005/8/layout/vList2"/>
    <dgm:cxn modelId="{334943F3-E3C1-4E21-978D-7D76BE40F56A}" type="presOf" srcId="{D7F6439D-F8EC-4591-AD40-A5EF1F650F2B}" destId="{AFF89577-F87A-45BF-A833-9A5EB0B518A9}" srcOrd="0" destOrd="0" presId="urn:microsoft.com/office/officeart/2005/8/layout/vList2"/>
    <dgm:cxn modelId="{FEC920F7-28F0-4E53-87CB-529EB3F889A0}" srcId="{C2E1E71D-98C0-4B16-B2AC-FE6786D71871}" destId="{E94CB60E-7A9B-45D5-BCD5-0D283F306A19}" srcOrd="4" destOrd="0" parTransId="{B9D7C638-2EE6-45B8-A20D-0590716BE091}" sibTransId="{17BDADA0-9EBB-40EB-B2DF-7ECFB1D5BEEF}"/>
    <dgm:cxn modelId="{940694A1-0AD6-47F5-8238-60D6DD3D8475}" type="presParOf" srcId="{87261C2C-124C-47D1-A2D7-B95BF4F313F8}" destId="{AFF89577-F87A-45BF-A833-9A5EB0B518A9}" srcOrd="0" destOrd="0" presId="urn:microsoft.com/office/officeart/2005/8/layout/vList2"/>
    <dgm:cxn modelId="{74CDC176-12CA-4A30-B328-B6EFEEB5FC71}" type="presParOf" srcId="{87261C2C-124C-47D1-A2D7-B95BF4F313F8}" destId="{74DDA35E-2A74-4509-B3FE-E362FBAD1C7C}" srcOrd="1" destOrd="0" presId="urn:microsoft.com/office/officeart/2005/8/layout/vList2"/>
    <dgm:cxn modelId="{FC724DB1-7FA0-4EA0-9EE0-14F477C0F7F8}" type="presParOf" srcId="{87261C2C-124C-47D1-A2D7-B95BF4F313F8}" destId="{CC267D91-2D29-455D-9ACA-62412606F357}" srcOrd="2" destOrd="0" presId="urn:microsoft.com/office/officeart/2005/8/layout/vList2"/>
    <dgm:cxn modelId="{5DF37EBF-EE3E-4E77-89AE-48BFE0D09818}" type="presParOf" srcId="{87261C2C-124C-47D1-A2D7-B95BF4F313F8}" destId="{7DF7BDF4-46F0-4BF4-8BA3-60EEB63630F0}" srcOrd="3" destOrd="0" presId="urn:microsoft.com/office/officeart/2005/8/layout/vList2"/>
    <dgm:cxn modelId="{964BE097-EA01-4691-B338-6DAB6F423284}" type="presParOf" srcId="{87261C2C-124C-47D1-A2D7-B95BF4F313F8}" destId="{E877DAE1-E128-4489-9ACF-CCEF9E9D08B3}" srcOrd="4" destOrd="0" presId="urn:microsoft.com/office/officeart/2005/8/layout/vList2"/>
    <dgm:cxn modelId="{0E4020A1-F720-42C8-A4BA-B978688B2FDF}" type="presParOf" srcId="{87261C2C-124C-47D1-A2D7-B95BF4F313F8}" destId="{0DD470CF-4E08-4994-869A-C95AEE448060}" srcOrd="5" destOrd="0" presId="urn:microsoft.com/office/officeart/2005/8/layout/vList2"/>
    <dgm:cxn modelId="{66121E6E-AAB7-42D8-8D7C-A5FE245C159A}" type="presParOf" srcId="{87261C2C-124C-47D1-A2D7-B95BF4F313F8}" destId="{366A310A-F15F-4187-9DFF-857F47A1F7A0}" srcOrd="6" destOrd="0" presId="urn:microsoft.com/office/officeart/2005/8/layout/vList2"/>
    <dgm:cxn modelId="{B5EF52D0-6910-4E4D-83A4-5AF53A1BF162}" type="presParOf" srcId="{87261C2C-124C-47D1-A2D7-B95BF4F313F8}" destId="{4F963B91-E9E8-47D1-BC60-2D43A7EE9637}" srcOrd="7" destOrd="0" presId="urn:microsoft.com/office/officeart/2005/8/layout/vList2"/>
    <dgm:cxn modelId="{9F38BA7A-794A-48C8-82DC-AC5EB950B895}" type="presParOf" srcId="{87261C2C-124C-47D1-A2D7-B95BF4F313F8}" destId="{A97DC4B8-B7CA-49DB-BF72-0F3AA6BD19B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C2E1E71D-98C0-4B16-B2AC-FE6786D7187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7F6439D-F8EC-4591-AD40-A5EF1F650F2B}">
      <dgm:prSet/>
      <dgm:spPr/>
      <dgm:t>
        <a:bodyPr/>
        <a:lstStyle/>
        <a:p>
          <a:r>
            <a:rPr lang="cs-CZ" b="0" i="0" baseline="0" dirty="0"/>
            <a:t>Kybernetické hrozby (</a:t>
          </a:r>
          <a:r>
            <a:rPr lang="cs-CZ" b="0" i="0" baseline="0" dirty="0" err="1"/>
            <a:t>Threat</a:t>
          </a:r>
          <a:r>
            <a:rPr lang="cs-CZ" b="0" i="0" baseline="0" dirty="0"/>
            <a:t>)</a:t>
          </a:r>
          <a:endParaRPr lang="en-US" dirty="0"/>
        </a:p>
      </dgm:t>
    </dgm:pt>
    <dgm:pt modelId="{C34C3BDD-9522-479B-A0D1-5A26E1D994B4}" type="parTrans" cxnId="{54D91172-5C5E-41B2-AB66-1144FFAD0775}">
      <dgm:prSet/>
      <dgm:spPr/>
      <dgm:t>
        <a:bodyPr/>
        <a:lstStyle/>
        <a:p>
          <a:endParaRPr lang="en-US"/>
        </a:p>
      </dgm:t>
    </dgm:pt>
    <dgm:pt modelId="{C5A350CC-B113-4725-ACFD-2DB13001F450}" type="sibTrans" cxnId="{54D91172-5C5E-41B2-AB66-1144FFAD0775}">
      <dgm:prSet/>
      <dgm:spPr/>
      <dgm:t>
        <a:bodyPr/>
        <a:lstStyle/>
        <a:p>
          <a:endParaRPr lang="en-US"/>
        </a:p>
      </dgm:t>
    </dgm:pt>
    <dgm:pt modelId="{CE724783-6779-4915-A5F1-EABA2B27E5FF}">
      <dgm:prSet/>
      <dgm:spPr/>
      <dgm:t>
        <a:bodyPr/>
        <a:lstStyle/>
        <a:p>
          <a:r>
            <a:rPr lang="cs-CZ" b="0" i="0" baseline="0" dirty="0"/>
            <a:t>Kybernetické bezpečnostní události</a:t>
          </a:r>
          <a:endParaRPr lang="en-US" dirty="0"/>
        </a:p>
      </dgm:t>
    </dgm:pt>
    <dgm:pt modelId="{17A5E48D-8D20-4202-80FC-E5813761E745}" type="parTrans" cxnId="{90970B63-8C4B-4045-8D93-757DDE8DD7AB}">
      <dgm:prSet/>
      <dgm:spPr/>
      <dgm:t>
        <a:bodyPr/>
        <a:lstStyle/>
        <a:p>
          <a:endParaRPr lang="en-US"/>
        </a:p>
      </dgm:t>
    </dgm:pt>
    <dgm:pt modelId="{84F6AA77-C3AB-44CF-886C-DB33EAB7CDF4}" type="sibTrans" cxnId="{90970B63-8C4B-4045-8D93-757DDE8DD7AB}">
      <dgm:prSet/>
      <dgm:spPr/>
      <dgm:t>
        <a:bodyPr/>
        <a:lstStyle/>
        <a:p>
          <a:endParaRPr lang="en-US"/>
        </a:p>
      </dgm:t>
    </dgm:pt>
    <dgm:pt modelId="{0EF1449B-41AC-4934-AA3E-48DFF80F3530}">
      <dgm:prSet/>
      <dgm:spPr/>
      <dgm:t>
        <a:bodyPr/>
        <a:lstStyle/>
        <a:p>
          <a:r>
            <a:rPr lang="cs-CZ" b="0" i="0" baseline="0" dirty="0"/>
            <a:t>Kybernetické bezpečnostní incidenty</a:t>
          </a:r>
          <a:endParaRPr lang="en-US" dirty="0"/>
        </a:p>
      </dgm:t>
    </dgm:pt>
    <dgm:pt modelId="{063DAC37-F011-4250-9E01-2B24A90BE13E}" type="parTrans" cxnId="{7B49ABC6-38AF-4054-9F58-929BF3C15CFF}">
      <dgm:prSet/>
      <dgm:spPr/>
      <dgm:t>
        <a:bodyPr/>
        <a:lstStyle/>
        <a:p>
          <a:endParaRPr lang="en-US"/>
        </a:p>
      </dgm:t>
    </dgm:pt>
    <dgm:pt modelId="{6D47F138-5A9F-4B48-A8F6-1F5400B2C8F6}" type="sibTrans" cxnId="{7B49ABC6-38AF-4054-9F58-929BF3C15CFF}">
      <dgm:prSet/>
      <dgm:spPr/>
      <dgm:t>
        <a:bodyPr/>
        <a:lstStyle/>
        <a:p>
          <a:endParaRPr lang="en-US"/>
        </a:p>
      </dgm:t>
    </dgm:pt>
    <dgm:pt modelId="{42728967-4DF6-482D-8363-7DC120A9A81C}">
      <dgm:prSet/>
      <dgm:spPr/>
      <dgm:t>
        <a:bodyPr/>
        <a:lstStyle/>
        <a:p>
          <a:r>
            <a:rPr lang="cs-CZ" b="0" i="0" baseline="0" dirty="0"/>
            <a:t>Kybernetický útok (</a:t>
          </a:r>
          <a:r>
            <a:rPr lang="cs-CZ" b="0" i="0" baseline="0" dirty="0" err="1"/>
            <a:t>Cyber</a:t>
          </a:r>
          <a:r>
            <a:rPr lang="cs-CZ" b="0" i="0" baseline="0" dirty="0"/>
            <a:t> </a:t>
          </a:r>
          <a:r>
            <a:rPr lang="cs-CZ" b="0" i="0" baseline="0" dirty="0" err="1"/>
            <a:t>Attack</a:t>
          </a:r>
          <a:r>
            <a:rPr lang="cs-CZ" b="0" i="0" baseline="0" dirty="0"/>
            <a:t>)</a:t>
          </a:r>
          <a:endParaRPr lang="en-US" dirty="0"/>
        </a:p>
      </dgm:t>
    </dgm:pt>
    <dgm:pt modelId="{267050EE-5356-450E-9E51-29156108D60D}" type="parTrans" cxnId="{2D3A422B-916F-415D-BA77-6817D896815F}">
      <dgm:prSet/>
      <dgm:spPr/>
      <dgm:t>
        <a:bodyPr/>
        <a:lstStyle/>
        <a:p>
          <a:endParaRPr lang="en-US"/>
        </a:p>
      </dgm:t>
    </dgm:pt>
    <dgm:pt modelId="{F5E7D055-D9DC-4D9F-B1BA-BE0114CB39FB}" type="sibTrans" cxnId="{2D3A422B-916F-415D-BA77-6817D896815F}">
      <dgm:prSet/>
      <dgm:spPr/>
      <dgm:t>
        <a:bodyPr/>
        <a:lstStyle/>
        <a:p>
          <a:endParaRPr lang="en-US"/>
        </a:p>
      </dgm:t>
    </dgm:pt>
    <dgm:pt modelId="{E94CB60E-7A9B-45D5-BCD5-0D283F306A19}">
      <dgm:prSet/>
      <dgm:spPr/>
      <dgm:t>
        <a:bodyPr/>
        <a:lstStyle/>
        <a:p>
          <a:r>
            <a:rPr lang="cs-CZ" b="0" i="0" baseline="0" dirty="0" err="1"/>
            <a:t>Kyberkriminalita</a:t>
          </a:r>
          <a:r>
            <a:rPr lang="cs-CZ" b="0" i="0" baseline="0" dirty="0"/>
            <a:t> (</a:t>
          </a:r>
          <a:r>
            <a:rPr lang="cs-CZ" b="0" i="0" baseline="0" dirty="0" err="1"/>
            <a:t>Cybercrime</a:t>
          </a:r>
          <a:r>
            <a:rPr lang="cs-CZ" b="0" i="0" baseline="0" dirty="0"/>
            <a:t>)</a:t>
          </a:r>
          <a:endParaRPr lang="en-US" dirty="0"/>
        </a:p>
      </dgm:t>
    </dgm:pt>
    <dgm:pt modelId="{B9D7C638-2EE6-45B8-A20D-0590716BE091}" type="parTrans" cxnId="{FEC920F7-28F0-4E53-87CB-529EB3F889A0}">
      <dgm:prSet/>
      <dgm:spPr/>
      <dgm:t>
        <a:bodyPr/>
        <a:lstStyle/>
        <a:p>
          <a:endParaRPr lang="en-US"/>
        </a:p>
      </dgm:t>
    </dgm:pt>
    <dgm:pt modelId="{17BDADA0-9EBB-40EB-B2DF-7ECFB1D5BEEF}" type="sibTrans" cxnId="{FEC920F7-28F0-4E53-87CB-529EB3F889A0}">
      <dgm:prSet/>
      <dgm:spPr/>
      <dgm:t>
        <a:bodyPr/>
        <a:lstStyle/>
        <a:p>
          <a:endParaRPr lang="en-US"/>
        </a:p>
      </dgm:t>
    </dgm:pt>
    <dgm:pt modelId="{2F51378B-28F9-4FDD-B8C4-446659A16123}">
      <dgm:prSet/>
      <dgm:spPr/>
      <dgm:t>
        <a:bodyPr/>
        <a:lstStyle/>
        <a:p>
          <a:r>
            <a:rPr lang="cs-CZ" dirty="0"/>
            <a:t>jednání namířené proti počítačovému systému, počítačové síti, datům či uživatelům nebo jako jednání, při němž je počítačový systém použit jako nástroj pro spáchání trestného činu</a:t>
          </a:r>
          <a:endParaRPr lang="en-US" dirty="0"/>
        </a:p>
      </dgm:t>
    </dgm:pt>
    <dgm:pt modelId="{D80F531C-965A-4174-A1F7-7C28BA1D3E66}" type="parTrans" cxnId="{17D4E797-D0F0-4393-B944-560A42BBE6C1}">
      <dgm:prSet/>
      <dgm:spPr/>
    </dgm:pt>
    <dgm:pt modelId="{54551744-92DA-4057-83D2-B1EB8247EF5B}" type="sibTrans" cxnId="{17D4E797-D0F0-4393-B944-560A42BBE6C1}">
      <dgm:prSet/>
      <dgm:spPr/>
    </dgm:pt>
    <dgm:pt modelId="{87261C2C-124C-47D1-A2D7-B95BF4F313F8}" type="pres">
      <dgm:prSet presAssocID="{C2E1E71D-98C0-4B16-B2AC-FE6786D71871}" presName="linear" presStyleCnt="0">
        <dgm:presLayoutVars>
          <dgm:animLvl val="lvl"/>
          <dgm:resizeHandles val="exact"/>
        </dgm:presLayoutVars>
      </dgm:prSet>
      <dgm:spPr/>
    </dgm:pt>
    <dgm:pt modelId="{AFF89577-F87A-45BF-A833-9A5EB0B518A9}" type="pres">
      <dgm:prSet presAssocID="{D7F6439D-F8EC-4591-AD40-A5EF1F650F2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4DDA35E-2A74-4509-B3FE-E362FBAD1C7C}" type="pres">
      <dgm:prSet presAssocID="{C5A350CC-B113-4725-ACFD-2DB13001F450}" presName="spacer" presStyleCnt="0"/>
      <dgm:spPr/>
    </dgm:pt>
    <dgm:pt modelId="{CC267D91-2D29-455D-9ACA-62412606F357}" type="pres">
      <dgm:prSet presAssocID="{CE724783-6779-4915-A5F1-EABA2B27E5F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DF7BDF4-46F0-4BF4-8BA3-60EEB63630F0}" type="pres">
      <dgm:prSet presAssocID="{84F6AA77-C3AB-44CF-886C-DB33EAB7CDF4}" presName="spacer" presStyleCnt="0"/>
      <dgm:spPr/>
    </dgm:pt>
    <dgm:pt modelId="{E877DAE1-E128-4489-9ACF-CCEF9E9D08B3}" type="pres">
      <dgm:prSet presAssocID="{0EF1449B-41AC-4934-AA3E-48DFF80F353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DD470CF-4E08-4994-869A-C95AEE448060}" type="pres">
      <dgm:prSet presAssocID="{6D47F138-5A9F-4B48-A8F6-1F5400B2C8F6}" presName="spacer" presStyleCnt="0"/>
      <dgm:spPr/>
    </dgm:pt>
    <dgm:pt modelId="{366A310A-F15F-4187-9DFF-857F47A1F7A0}" type="pres">
      <dgm:prSet presAssocID="{42728967-4DF6-482D-8363-7DC120A9A81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91D2293-8361-40B0-A2A3-5261746D0DF5}" type="pres">
      <dgm:prSet presAssocID="{F5E7D055-D9DC-4D9F-B1BA-BE0114CB39FB}" presName="spacer" presStyleCnt="0"/>
      <dgm:spPr/>
    </dgm:pt>
    <dgm:pt modelId="{A97DC4B8-B7CA-49DB-BF72-0F3AA6BD19BB}" type="pres">
      <dgm:prSet presAssocID="{E94CB60E-7A9B-45D5-BCD5-0D283F306A19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F715E763-2CB8-4954-B2C8-911304D589E8}" type="pres">
      <dgm:prSet presAssocID="{E94CB60E-7A9B-45D5-BCD5-0D283F306A19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2D3A422B-916F-415D-BA77-6817D896815F}" srcId="{C2E1E71D-98C0-4B16-B2AC-FE6786D71871}" destId="{42728967-4DF6-482D-8363-7DC120A9A81C}" srcOrd="3" destOrd="0" parTransId="{267050EE-5356-450E-9E51-29156108D60D}" sibTransId="{F5E7D055-D9DC-4D9F-B1BA-BE0114CB39FB}"/>
    <dgm:cxn modelId="{90970B63-8C4B-4045-8D93-757DDE8DD7AB}" srcId="{C2E1E71D-98C0-4B16-B2AC-FE6786D71871}" destId="{CE724783-6779-4915-A5F1-EABA2B27E5FF}" srcOrd="1" destOrd="0" parTransId="{17A5E48D-8D20-4202-80FC-E5813761E745}" sibTransId="{84F6AA77-C3AB-44CF-886C-DB33EAB7CDF4}"/>
    <dgm:cxn modelId="{54D91172-5C5E-41B2-AB66-1144FFAD0775}" srcId="{C2E1E71D-98C0-4B16-B2AC-FE6786D71871}" destId="{D7F6439D-F8EC-4591-AD40-A5EF1F650F2B}" srcOrd="0" destOrd="0" parTransId="{C34C3BDD-9522-479B-A0D1-5A26E1D994B4}" sibTransId="{C5A350CC-B113-4725-ACFD-2DB13001F450}"/>
    <dgm:cxn modelId="{95021B74-EC1F-466B-9F37-17F2EF842FDD}" type="presOf" srcId="{0EF1449B-41AC-4934-AA3E-48DFF80F3530}" destId="{E877DAE1-E128-4489-9ACF-CCEF9E9D08B3}" srcOrd="0" destOrd="0" presId="urn:microsoft.com/office/officeart/2005/8/layout/vList2"/>
    <dgm:cxn modelId="{61CBEB80-DF11-4CB4-9AEF-37DC031BA38E}" type="presOf" srcId="{C2E1E71D-98C0-4B16-B2AC-FE6786D71871}" destId="{87261C2C-124C-47D1-A2D7-B95BF4F313F8}" srcOrd="0" destOrd="0" presId="urn:microsoft.com/office/officeart/2005/8/layout/vList2"/>
    <dgm:cxn modelId="{2A02BE89-512D-429F-AA24-129106CD0E51}" type="presOf" srcId="{42728967-4DF6-482D-8363-7DC120A9A81C}" destId="{366A310A-F15F-4187-9DFF-857F47A1F7A0}" srcOrd="0" destOrd="0" presId="urn:microsoft.com/office/officeart/2005/8/layout/vList2"/>
    <dgm:cxn modelId="{17D4E797-D0F0-4393-B944-560A42BBE6C1}" srcId="{E94CB60E-7A9B-45D5-BCD5-0D283F306A19}" destId="{2F51378B-28F9-4FDD-B8C4-446659A16123}" srcOrd="0" destOrd="0" parTransId="{D80F531C-965A-4174-A1F7-7C28BA1D3E66}" sibTransId="{54551744-92DA-4057-83D2-B1EB8247EF5B}"/>
    <dgm:cxn modelId="{D7685BC1-3D2A-4556-80CB-237BFCE3E366}" type="presOf" srcId="{CE724783-6779-4915-A5F1-EABA2B27E5FF}" destId="{CC267D91-2D29-455D-9ACA-62412606F357}" srcOrd="0" destOrd="0" presId="urn:microsoft.com/office/officeart/2005/8/layout/vList2"/>
    <dgm:cxn modelId="{7B49ABC6-38AF-4054-9F58-929BF3C15CFF}" srcId="{C2E1E71D-98C0-4B16-B2AC-FE6786D71871}" destId="{0EF1449B-41AC-4934-AA3E-48DFF80F3530}" srcOrd="2" destOrd="0" parTransId="{063DAC37-F011-4250-9E01-2B24A90BE13E}" sibTransId="{6D47F138-5A9F-4B48-A8F6-1F5400B2C8F6}"/>
    <dgm:cxn modelId="{D56481E1-3415-49B0-9D10-F6C6ABA931FB}" type="presOf" srcId="{E94CB60E-7A9B-45D5-BCD5-0D283F306A19}" destId="{A97DC4B8-B7CA-49DB-BF72-0F3AA6BD19BB}" srcOrd="0" destOrd="0" presId="urn:microsoft.com/office/officeart/2005/8/layout/vList2"/>
    <dgm:cxn modelId="{334943F3-E3C1-4E21-978D-7D76BE40F56A}" type="presOf" srcId="{D7F6439D-F8EC-4591-AD40-A5EF1F650F2B}" destId="{AFF89577-F87A-45BF-A833-9A5EB0B518A9}" srcOrd="0" destOrd="0" presId="urn:microsoft.com/office/officeart/2005/8/layout/vList2"/>
    <dgm:cxn modelId="{8123B8F5-FB55-45D6-8B77-48C36225B9EE}" type="presOf" srcId="{2F51378B-28F9-4FDD-B8C4-446659A16123}" destId="{F715E763-2CB8-4954-B2C8-911304D589E8}" srcOrd="0" destOrd="0" presId="urn:microsoft.com/office/officeart/2005/8/layout/vList2"/>
    <dgm:cxn modelId="{FEC920F7-28F0-4E53-87CB-529EB3F889A0}" srcId="{C2E1E71D-98C0-4B16-B2AC-FE6786D71871}" destId="{E94CB60E-7A9B-45D5-BCD5-0D283F306A19}" srcOrd="4" destOrd="0" parTransId="{B9D7C638-2EE6-45B8-A20D-0590716BE091}" sibTransId="{17BDADA0-9EBB-40EB-B2DF-7ECFB1D5BEEF}"/>
    <dgm:cxn modelId="{940694A1-0AD6-47F5-8238-60D6DD3D8475}" type="presParOf" srcId="{87261C2C-124C-47D1-A2D7-B95BF4F313F8}" destId="{AFF89577-F87A-45BF-A833-9A5EB0B518A9}" srcOrd="0" destOrd="0" presId="urn:microsoft.com/office/officeart/2005/8/layout/vList2"/>
    <dgm:cxn modelId="{74CDC176-12CA-4A30-B328-B6EFEEB5FC71}" type="presParOf" srcId="{87261C2C-124C-47D1-A2D7-B95BF4F313F8}" destId="{74DDA35E-2A74-4509-B3FE-E362FBAD1C7C}" srcOrd="1" destOrd="0" presId="urn:microsoft.com/office/officeart/2005/8/layout/vList2"/>
    <dgm:cxn modelId="{FC724DB1-7FA0-4EA0-9EE0-14F477C0F7F8}" type="presParOf" srcId="{87261C2C-124C-47D1-A2D7-B95BF4F313F8}" destId="{CC267D91-2D29-455D-9ACA-62412606F357}" srcOrd="2" destOrd="0" presId="urn:microsoft.com/office/officeart/2005/8/layout/vList2"/>
    <dgm:cxn modelId="{5DF37EBF-EE3E-4E77-89AE-48BFE0D09818}" type="presParOf" srcId="{87261C2C-124C-47D1-A2D7-B95BF4F313F8}" destId="{7DF7BDF4-46F0-4BF4-8BA3-60EEB63630F0}" srcOrd="3" destOrd="0" presId="urn:microsoft.com/office/officeart/2005/8/layout/vList2"/>
    <dgm:cxn modelId="{964BE097-EA01-4691-B338-6DAB6F423284}" type="presParOf" srcId="{87261C2C-124C-47D1-A2D7-B95BF4F313F8}" destId="{E877DAE1-E128-4489-9ACF-CCEF9E9D08B3}" srcOrd="4" destOrd="0" presId="urn:microsoft.com/office/officeart/2005/8/layout/vList2"/>
    <dgm:cxn modelId="{0E4020A1-F720-42C8-A4BA-B978688B2FDF}" type="presParOf" srcId="{87261C2C-124C-47D1-A2D7-B95BF4F313F8}" destId="{0DD470CF-4E08-4994-869A-C95AEE448060}" srcOrd="5" destOrd="0" presId="urn:microsoft.com/office/officeart/2005/8/layout/vList2"/>
    <dgm:cxn modelId="{66121E6E-AAB7-42D8-8D7C-A5FE245C159A}" type="presParOf" srcId="{87261C2C-124C-47D1-A2D7-B95BF4F313F8}" destId="{366A310A-F15F-4187-9DFF-857F47A1F7A0}" srcOrd="6" destOrd="0" presId="urn:microsoft.com/office/officeart/2005/8/layout/vList2"/>
    <dgm:cxn modelId="{314F1697-E2AC-4720-9A51-0412EB2BBE0B}" type="presParOf" srcId="{87261C2C-124C-47D1-A2D7-B95BF4F313F8}" destId="{991D2293-8361-40B0-A2A3-5261746D0DF5}" srcOrd="7" destOrd="0" presId="urn:microsoft.com/office/officeart/2005/8/layout/vList2"/>
    <dgm:cxn modelId="{9F38BA7A-794A-48C8-82DC-AC5EB950B895}" type="presParOf" srcId="{87261C2C-124C-47D1-A2D7-B95BF4F313F8}" destId="{A97DC4B8-B7CA-49DB-BF72-0F3AA6BD19BB}" srcOrd="8" destOrd="0" presId="urn:microsoft.com/office/officeart/2005/8/layout/vList2"/>
    <dgm:cxn modelId="{AE6BFDA5-FFE7-49B7-B5A3-E48125F36562}" type="presParOf" srcId="{87261C2C-124C-47D1-A2D7-B95BF4F313F8}" destId="{F715E763-2CB8-4954-B2C8-911304D589E8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06DB06-3BE4-4529-ACDF-E42369DFE34A}">
      <dsp:nvSpPr>
        <dsp:cNvPr id="0" name=""/>
        <dsp:cNvSpPr/>
      </dsp:nvSpPr>
      <dsp:spPr>
        <a:xfrm>
          <a:off x="760021" y="199285"/>
          <a:ext cx="2575379" cy="2575379"/>
        </a:xfrm>
        <a:prstGeom prst="pie">
          <a:avLst>
            <a:gd name="adj1" fmla="val 16200000"/>
            <a:gd name="adj2" fmla="val 180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kern="1200" dirty="0"/>
            <a:t>Fyzické</a:t>
          </a:r>
        </a:p>
      </dsp:txBody>
      <dsp:txXfrm>
        <a:off x="2117307" y="745020"/>
        <a:ext cx="919778" cy="766482"/>
      </dsp:txXfrm>
    </dsp:sp>
    <dsp:sp modelId="{79102501-22C3-4B54-B142-70A81ABC3BBD}">
      <dsp:nvSpPr>
        <dsp:cNvPr id="0" name=""/>
        <dsp:cNvSpPr/>
      </dsp:nvSpPr>
      <dsp:spPr>
        <a:xfrm>
          <a:off x="706980" y="291263"/>
          <a:ext cx="2575379" cy="2575379"/>
        </a:xfrm>
        <a:prstGeom prst="pie">
          <a:avLst>
            <a:gd name="adj1" fmla="val 1800000"/>
            <a:gd name="adj2" fmla="val 900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kern="1200" dirty="0"/>
            <a:t>Logické</a:t>
          </a:r>
        </a:p>
      </dsp:txBody>
      <dsp:txXfrm>
        <a:off x="1320166" y="1962193"/>
        <a:ext cx="1379667" cy="674504"/>
      </dsp:txXfrm>
    </dsp:sp>
    <dsp:sp modelId="{30C83C45-8BD5-484C-9455-7AB87C9FA434}">
      <dsp:nvSpPr>
        <dsp:cNvPr id="0" name=""/>
        <dsp:cNvSpPr/>
      </dsp:nvSpPr>
      <dsp:spPr>
        <a:xfrm>
          <a:off x="653940" y="199285"/>
          <a:ext cx="2575379" cy="2575379"/>
        </a:xfrm>
        <a:prstGeom prst="pie">
          <a:avLst>
            <a:gd name="adj1" fmla="val 9000000"/>
            <a:gd name="adj2" fmla="val 1620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kern="1200" dirty="0"/>
            <a:t>Sociální</a:t>
          </a:r>
        </a:p>
      </dsp:txBody>
      <dsp:txXfrm>
        <a:off x="952254" y="745020"/>
        <a:ext cx="919778" cy="766482"/>
      </dsp:txXfrm>
    </dsp:sp>
    <dsp:sp modelId="{F8421A67-D7B0-42DB-A435-7BD2CCFA0E65}">
      <dsp:nvSpPr>
        <dsp:cNvPr id="0" name=""/>
        <dsp:cNvSpPr/>
      </dsp:nvSpPr>
      <dsp:spPr>
        <a:xfrm>
          <a:off x="600805" y="39857"/>
          <a:ext cx="2894236" cy="2894236"/>
        </a:xfrm>
        <a:prstGeom prst="circularArrow">
          <a:avLst>
            <a:gd name="adj1" fmla="val 5085"/>
            <a:gd name="adj2" fmla="val 327528"/>
            <a:gd name="adj3" fmla="val 1472472"/>
            <a:gd name="adj4" fmla="val 16199432"/>
            <a:gd name="adj5" fmla="val 593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49BFBAB-2880-46F9-9FC8-B151F196C55F}">
      <dsp:nvSpPr>
        <dsp:cNvPr id="0" name=""/>
        <dsp:cNvSpPr/>
      </dsp:nvSpPr>
      <dsp:spPr>
        <a:xfrm>
          <a:off x="547552" y="131672"/>
          <a:ext cx="2894236" cy="2894236"/>
        </a:xfrm>
        <a:prstGeom prst="circularArrow">
          <a:avLst>
            <a:gd name="adj1" fmla="val 5085"/>
            <a:gd name="adj2" fmla="val 327528"/>
            <a:gd name="adj3" fmla="val 8671970"/>
            <a:gd name="adj4" fmla="val 1800502"/>
            <a:gd name="adj5" fmla="val 593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C09FADD-E1C0-4655-9300-C768B4166DB8}">
      <dsp:nvSpPr>
        <dsp:cNvPr id="0" name=""/>
        <dsp:cNvSpPr/>
      </dsp:nvSpPr>
      <dsp:spPr>
        <a:xfrm>
          <a:off x="494299" y="39857"/>
          <a:ext cx="2894236" cy="2894236"/>
        </a:xfrm>
        <a:prstGeom prst="circularArrow">
          <a:avLst>
            <a:gd name="adj1" fmla="val 5085"/>
            <a:gd name="adj2" fmla="val 327528"/>
            <a:gd name="adj3" fmla="val 15873039"/>
            <a:gd name="adj4" fmla="val 9000000"/>
            <a:gd name="adj5" fmla="val 593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7D1A40-BB59-4DA1-9AAF-F02D4CD5DCC2}">
      <dsp:nvSpPr>
        <dsp:cNvPr id="0" name=""/>
        <dsp:cNvSpPr/>
      </dsp:nvSpPr>
      <dsp:spPr>
        <a:xfrm>
          <a:off x="-48483" y="734461"/>
          <a:ext cx="4522676" cy="4522676"/>
        </a:xfrm>
        <a:prstGeom prst="pie">
          <a:avLst>
            <a:gd name="adj1" fmla="val 5400000"/>
            <a:gd name="adj2" fmla="val 1620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D80C88-D1CB-4F5B-933F-95085143C6E2}">
      <dsp:nvSpPr>
        <dsp:cNvPr id="0" name=""/>
        <dsp:cNvSpPr/>
      </dsp:nvSpPr>
      <dsp:spPr>
        <a:xfrm>
          <a:off x="2261338" y="764130"/>
          <a:ext cx="5276455" cy="452267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000" kern="1200" dirty="0">
              <a:solidFill>
                <a:srgbClr val="5B9BD5"/>
              </a:solidFill>
            </a:rPr>
            <a:t>Fyzické</a:t>
          </a:r>
        </a:p>
      </dsp:txBody>
      <dsp:txXfrm>
        <a:off x="2261338" y="764130"/>
        <a:ext cx="2638227" cy="1356805"/>
      </dsp:txXfrm>
    </dsp:sp>
    <dsp:sp modelId="{95E59AB7-3E0E-49E0-A3A5-5D00572E868D}">
      <dsp:nvSpPr>
        <dsp:cNvPr id="0" name=""/>
        <dsp:cNvSpPr/>
      </dsp:nvSpPr>
      <dsp:spPr>
        <a:xfrm>
          <a:off x="791469" y="2120936"/>
          <a:ext cx="2939736" cy="2939736"/>
        </a:xfrm>
        <a:prstGeom prst="pie">
          <a:avLst>
            <a:gd name="adj1" fmla="val 5400000"/>
            <a:gd name="adj2" fmla="val 1620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5F09BF-BE25-467D-8644-C6168C2CEA8F}">
      <dsp:nvSpPr>
        <dsp:cNvPr id="0" name=""/>
        <dsp:cNvSpPr/>
      </dsp:nvSpPr>
      <dsp:spPr>
        <a:xfrm>
          <a:off x="2261338" y="2117379"/>
          <a:ext cx="5276455" cy="293973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000" kern="1200" dirty="0">
              <a:solidFill>
                <a:srgbClr val="4DC58D"/>
              </a:solidFill>
            </a:rPr>
            <a:t>Logické</a:t>
          </a:r>
        </a:p>
      </dsp:txBody>
      <dsp:txXfrm>
        <a:off x="2261338" y="2117379"/>
        <a:ext cx="2638227" cy="1356801"/>
      </dsp:txXfrm>
    </dsp:sp>
    <dsp:sp modelId="{CFB9B191-C490-41E8-A377-71EBECD94BCF}">
      <dsp:nvSpPr>
        <dsp:cNvPr id="0" name=""/>
        <dsp:cNvSpPr/>
      </dsp:nvSpPr>
      <dsp:spPr>
        <a:xfrm>
          <a:off x="1582937" y="3477737"/>
          <a:ext cx="1356801" cy="1356801"/>
        </a:xfrm>
        <a:prstGeom prst="pie">
          <a:avLst>
            <a:gd name="adj1" fmla="val 5400000"/>
            <a:gd name="adj2" fmla="val 1620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004231-60DF-4BE4-B3D9-D38A4FA8C22A}">
      <dsp:nvSpPr>
        <dsp:cNvPr id="0" name=""/>
        <dsp:cNvSpPr/>
      </dsp:nvSpPr>
      <dsp:spPr>
        <a:xfrm>
          <a:off x="2261338" y="3477737"/>
          <a:ext cx="5276455" cy="135680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000" kern="1200" dirty="0">
              <a:solidFill>
                <a:srgbClr val="70AD47"/>
              </a:solidFill>
            </a:rPr>
            <a:t>Sociální</a:t>
          </a:r>
        </a:p>
      </dsp:txBody>
      <dsp:txXfrm>
        <a:off x="2261338" y="3477737"/>
        <a:ext cx="2638227" cy="1356801"/>
      </dsp:txXfrm>
    </dsp:sp>
    <dsp:sp modelId="{48F375CC-7324-4DFC-B6D7-97F5249CC2D2}">
      <dsp:nvSpPr>
        <dsp:cNvPr id="0" name=""/>
        <dsp:cNvSpPr/>
      </dsp:nvSpPr>
      <dsp:spPr>
        <a:xfrm>
          <a:off x="4899566" y="764130"/>
          <a:ext cx="2638227" cy="135680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2000" kern="1200" dirty="0" err="1"/>
            <a:t>Geographic</a:t>
          </a:r>
          <a:r>
            <a:rPr lang="cs-CZ" sz="2000" kern="1200" dirty="0"/>
            <a:t> </a:t>
          </a:r>
          <a:r>
            <a:rPr lang="cs-CZ" sz="2000" kern="1200" dirty="0" err="1"/>
            <a:t>component</a:t>
          </a:r>
          <a:endParaRPr lang="cs-CZ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2000" kern="1200" dirty="0"/>
            <a:t>Fyzické síťové komponenty</a:t>
          </a:r>
        </a:p>
      </dsp:txBody>
      <dsp:txXfrm>
        <a:off x="4899566" y="764130"/>
        <a:ext cx="2638227" cy="1356805"/>
      </dsp:txXfrm>
    </dsp:sp>
    <dsp:sp modelId="{31A28F1C-52F3-4BE5-95FC-200E861E0468}">
      <dsp:nvSpPr>
        <dsp:cNvPr id="0" name=""/>
        <dsp:cNvSpPr/>
      </dsp:nvSpPr>
      <dsp:spPr>
        <a:xfrm>
          <a:off x="4899566" y="2120936"/>
          <a:ext cx="2638227" cy="135680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2000" kern="1200" dirty="0"/>
            <a:t>Logická síťová struktura</a:t>
          </a:r>
        </a:p>
      </dsp:txBody>
      <dsp:txXfrm>
        <a:off x="4899566" y="2120936"/>
        <a:ext cx="2638227" cy="1356801"/>
      </dsp:txXfrm>
    </dsp:sp>
    <dsp:sp modelId="{98BB3A2A-D182-4B15-8397-C008199EDC5D}">
      <dsp:nvSpPr>
        <dsp:cNvPr id="0" name=""/>
        <dsp:cNvSpPr/>
      </dsp:nvSpPr>
      <dsp:spPr>
        <a:xfrm>
          <a:off x="4899566" y="3477737"/>
          <a:ext cx="2638227" cy="135680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2000" kern="1200" dirty="0" err="1"/>
            <a:t>Kyberosobnost</a:t>
          </a:r>
          <a:endParaRPr lang="cs-CZ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2000" kern="1200" dirty="0"/>
            <a:t>Osobnost</a:t>
          </a:r>
        </a:p>
      </dsp:txBody>
      <dsp:txXfrm>
        <a:off x="4899566" y="3477737"/>
        <a:ext cx="2638227" cy="135680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06DB06-3BE4-4529-ACDF-E42369DFE34A}">
      <dsp:nvSpPr>
        <dsp:cNvPr id="0" name=""/>
        <dsp:cNvSpPr/>
      </dsp:nvSpPr>
      <dsp:spPr>
        <a:xfrm>
          <a:off x="760021" y="199285"/>
          <a:ext cx="2575379" cy="2575379"/>
        </a:xfrm>
        <a:prstGeom prst="pie">
          <a:avLst>
            <a:gd name="adj1" fmla="val 16200000"/>
            <a:gd name="adj2" fmla="val 180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kern="1200" dirty="0">
              <a:solidFill>
                <a:srgbClr val="5B9BD5"/>
              </a:solidFill>
            </a:rPr>
            <a:t>Fyzické</a:t>
          </a:r>
        </a:p>
      </dsp:txBody>
      <dsp:txXfrm>
        <a:off x="2117307" y="745020"/>
        <a:ext cx="919778" cy="766482"/>
      </dsp:txXfrm>
    </dsp:sp>
    <dsp:sp modelId="{79102501-22C3-4B54-B142-70A81ABC3BBD}">
      <dsp:nvSpPr>
        <dsp:cNvPr id="0" name=""/>
        <dsp:cNvSpPr/>
      </dsp:nvSpPr>
      <dsp:spPr>
        <a:xfrm>
          <a:off x="706980" y="291263"/>
          <a:ext cx="2575379" cy="2575379"/>
        </a:xfrm>
        <a:prstGeom prst="pie">
          <a:avLst>
            <a:gd name="adj1" fmla="val 1800000"/>
            <a:gd name="adj2" fmla="val 900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kern="1200" dirty="0">
              <a:solidFill>
                <a:srgbClr val="4DC58D"/>
              </a:solidFill>
            </a:rPr>
            <a:t>Logické</a:t>
          </a:r>
        </a:p>
      </dsp:txBody>
      <dsp:txXfrm>
        <a:off x="1320166" y="1962193"/>
        <a:ext cx="1379667" cy="674504"/>
      </dsp:txXfrm>
    </dsp:sp>
    <dsp:sp modelId="{30C83C45-8BD5-484C-9455-7AB87C9FA434}">
      <dsp:nvSpPr>
        <dsp:cNvPr id="0" name=""/>
        <dsp:cNvSpPr/>
      </dsp:nvSpPr>
      <dsp:spPr>
        <a:xfrm>
          <a:off x="653940" y="199285"/>
          <a:ext cx="2575379" cy="2575379"/>
        </a:xfrm>
        <a:prstGeom prst="pie">
          <a:avLst>
            <a:gd name="adj1" fmla="val 9000000"/>
            <a:gd name="adj2" fmla="val 1620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kern="1200" dirty="0">
              <a:solidFill>
                <a:srgbClr val="70AD47"/>
              </a:solidFill>
            </a:rPr>
            <a:t>Sociální</a:t>
          </a:r>
        </a:p>
      </dsp:txBody>
      <dsp:txXfrm>
        <a:off x="952254" y="745020"/>
        <a:ext cx="919778" cy="766482"/>
      </dsp:txXfrm>
    </dsp:sp>
    <dsp:sp modelId="{F8421A67-D7B0-42DB-A435-7BD2CCFA0E65}">
      <dsp:nvSpPr>
        <dsp:cNvPr id="0" name=""/>
        <dsp:cNvSpPr/>
      </dsp:nvSpPr>
      <dsp:spPr>
        <a:xfrm>
          <a:off x="600805" y="39857"/>
          <a:ext cx="2894236" cy="2894236"/>
        </a:xfrm>
        <a:prstGeom prst="circularArrow">
          <a:avLst>
            <a:gd name="adj1" fmla="val 5085"/>
            <a:gd name="adj2" fmla="val 327528"/>
            <a:gd name="adj3" fmla="val 1472472"/>
            <a:gd name="adj4" fmla="val 16199432"/>
            <a:gd name="adj5" fmla="val 593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49BFBAB-2880-46F9-9FC8-B151F196C55F}">
      <dsp:nvSpPr>
        <dsp:cNvPr id="0" name=""/>
        <dsp:cNvSpPr/>
      </dsp:nvSpPr>
      <dsp:spPr>
        <a:xfrm>
          <a:off x="547552" y="131672"/>
          <a:ext cx="2894236" cy="2894236"/>
        </a:xfrm>
        <a:prstGeom prst="circularArrow">
          <a:avLst>
            <a:gd name="adj1" fmla="val 5085"/>
            <a:gd name="adj2" fmla="val 327528"/>
            <a:gd name="adj3" fmla="val 8671970"/>
            <a:gd name="adj4" fmla="val 1800502"/>
            <a:gd name="adj5" fmla="val 593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C09FADD-E1C0-4655-9300-C768B4166DB8}">
      <dsp:nvSpPr>
        <dsp:cNvPr id="0" name=""/>
        <dsp:cNvSpPr/>
      </dsp:nvSpPr>
      <dsp:spPr>
        <a:xfrm>
          <a:off x="494299" y="39857"/>
          <a:ext cx="2894236" cy="2894236"/>
        </a:xfrm>
        <a:prstGeom prst="circularArrow">
          <a:avLst>
            <a:gd name="adj1" fmla="val 5085"/>
            <a:gd name="adj2" fmla="val 327528"/>
            <a:gd name="adj3" fmla="val 15873039"/>
            <a:gd name="adj4" fmla="val 9000000"/>
            <a:gd name="adj5" fmla="val 593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7D1A40-BB59-4DA1-9AAF-F02D4CD5DCC2}">
      <dsp:nvSpPr>
        <dsp:cNvPr id="0" name=""/>
        <dsp:cNvSpPr/>
      </dsp:nvSpPr>
      <dsp:spPr>
        <a:xfrm>
          <a:off x="-48483" y="294726"/>
          <a:ext cx="4522676" cy="4522676"/>
        </a:xfrm>
        <a:prstGeom prst="pie">
          <a:avLst>
            <a:gd name="adj1" fmla="val 5400000"/>
            <a:gd name="adj2" fmla="val 1620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D80C88-D1CB-4F5B-933F-95085143C6E2}">
      <dsp:nvSpPr>
        <dsp:cNvPr id="0" name=""/>
        <dsp:cNvSpPr/>
      </dsp:nvSpPr>
      <dsp:spPr>
        <a:xfrm>
          <a:off x="2261338" y="324395"/>
          <a:ext cx="5276455" cy="452267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000" kern="1200" dirty="0" err="1">
              <a:solidFill>
                <a:srgbClr val="5B9BD5"/>
              </a:solidFill>
            </a:rPr>
            <a:t>Dark</a:t>
          </a:r>
          <a:endParaRPr lang="cs-CZ" sz="4000" kern="1200" dirty="0">
            <a:solidFill>
              <a:srgbClr val="5B9BD5"/>
            </a:solidFill>
          </a:endParaRPr>
        </a:p>
      </dsp:txBody>
      <dsp:txXfrm>
        <a:off x="2261338" y="324395"/>
        <a:ext cx="2638227" cy="1356805"/>
      </dsp:txXfrm>
    </dsp:sp>
    <dsp:sp modelId="{95E59AB7-3E0E-49E0-A3A5-5D00572E868D}">
      <dsp:nvSpPr>
        <dsp:cNvPr id="0" name=""/>
        <dsp:cNvSpPr/>
      </dsp:nvSpPr>
      <dsp:spPr>
        <a:xfrm>
          <a:off x="791469" y="1681201"/>
          <a:ext cx="2939736" cy="2939736"/>
        </a:xfrm>
        <a:prstGeom prst="pie">
          <a:avLst>
            <a:gd name="adj1" fmla="val 5400000"/>
            <a:gd name="adj2" fmla="val 1620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5F09BF-BE25-467D-8644-C6168C2CEA8F}">
      <dsp:nvSpPr>
        <dsp:cNvPr id="0" name=""/>
        <dsp:cNvSpPr/>
      </dsp:nvSpPr>
      <dsp:spPr>
        <a:xfrm>
          <a:off x="2261338" y="1677644"/>
          <a:ext cx="5276455" cy="293973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000" kern="1200" dirty="0" err="1">
              <a:solidFill>
                <a:srgbClr val="4DC58D"/>
              </a:solidFill>
            </a:rPr>
            <a:t>Deep</a:t>
          </a:r>
          <a:endParaRPr lang="cs-CZ" sz="4000" kern="1200" dirty="0">
            <a:solidFill>
              <a:srgbClr val="4DC58D"/>
            </a:solidFill>
          </a:endParaRPr>
        </a:p>
      </dsp:txBody>
      <dsp:txXfrm>
        <a:off x="2261338" y="1677644"/>
        <a:ext cx="2638227" cy="1356801"/>
      </dsp:txXfrm>
    </dsp:sp>
    <dsp:sp modelId="{CFB9B191-C490-41E8-A377-71EBECD94BCF}">
      <dsp:nvSpPr>
        <dsp:cNvPr id="0" name=""/>
        <dsp:cNvSpPr/>
      </dsp:nvSpPr>
      <dsp:spPr>
        <a:xfrm>
          <a:off x="1582937" y="3038002"/>
          <a:ext cx="1356801" cy="1356801"/>
        </a:xfrm>
        <a:prstGeom prst="pie">
          <a:avLst>
            <a:gd name="adj1" fmla="val 5400000"/>
            <a:gd name="adj2" fmla="val 1620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004231-60DF-4BE4-B3D9-D38A4FA8C22A}">
      <dsp:nvSpPr>
        <dsp:cNvPr id="0" name=""/>
        <dsp:cNvSpPr/>
      </dsp:nvSpPr>
      <dsp:spPr>
        <a:xfrm>
          <a:off x="2261338" y="3038002"/>
          <a:ext cx="5276455" cy="135680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000" kern="1200" dirty="0" err="1">
              <a:solidFill>
                <a:srgbClr val="70AD47"/>
              </a:solidFill>
            </a:rPr>
            <a:t>Surface</a:t>
          </a:r>
          <a:endParaRPr lang="cs-CZ" sz="4000" kern="1200" dirty="0">
            <a:solidFill>
              <a:srgbClr val="70AD47"/>
            </a:solidFill>
          </a:endParaRPr>
        </a:p>
      </dsp:txBody>
      <dsp:txXfrm>
        <a:off x="2261338" y="3038002"/>
        <a:ext cx="2638227" cy="1356801"/>
      </dsp:txXfrm>
    </dsp:sp>
    <dsp:sp modelId="{48F375CC-7324-4DFC-B6D7-97F5249CC2D2}">
      <dsp:nvSpPr>
        <dsp:cNvPr id="0" name=""/>
        <dsp:cNvSpPr/>
      </dsp:nvSpPr>
      <dsp:spPr>
        <a:xfrm>
          <a:off x="4899566" y="324395"/>
          <a:ext cx="2638227" cy="135680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2100" kern="1200" dirty="0"/>
            <a:t>Služby a data záměrně skrytá a dostupná s využitím speciálních nástrojů</a:t>
          </a:r>
        </a:p>
      </dsp:txBody>
      <dsp:txXfrm>
        <a:off x="4899566" y="324395"/>
        <a:ext cx="2638227" cy="1356805"/>
      </dsp:txXfrm>
    </dsp:sp>
    <dsp:sp modelId="{31A28F1C-52F3-4BE5-95FC-200E861E0468}">
      <dsp:nvSpPr>
        <dsp:cNvPr id="0" name=""/>
        <dsp:cNvSpPr/>
      </dsp:nvSpPr>
      <dsp:spPr>
        <a:xfrm>
          <a:off x="4899566" y="1681201"/>
          <a:ext cx="2638227" cy="135680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2100" kern="1200" dirty="0"/>
            <a:t>Služby a data dostupná pouze v konkrétních sítích či zařízení</a:t>
          </a:r>
        </a:p>
      </dsp:txBody>
      <dsp:txXfrm>
        <a:off x="4899566" y="1681201"/>
        <a:ext cx="2638227" cy="1356801"/>
      </dsp:txXfrm>
    </dsp:sp>
    <dsp:sp modelId="{98BB3A2A-D182-4B15-8397-C008199EDC5D}">
      <dsp:nvSpPr>
        <dsp:cNvPr id="0" name=""/>
        <dsp:cNvSpPr/>
      </dsp:nvSpPr>
      <dsp:spPr>
        <a:xfrm>
          <a:off x="4899566" y="3038002"/>
          <a:ext cx="2638227" cy="135680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2100" kern="1200" dirty="0"/>
            <a:t>Služby a data dostupná pomocí Internetu</a:t>
          </a:r>
        </a:p>
      </dsp:txBody>
      <dsp:txXfrm>
        <a:off x="4899566" y="3038002"/>
        <a:ext cx="2638227" cy="135680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77CC83-3D7A-4FB5-BAB7-3E5196B53E4B}">
      <dsp:nvSpPr>
        <dsp:cNvPr id="0" name=""/>
        <dsp:cNvSpPr/>
      </dsp:nvSpPr>
      <dsp:spPr>
        <a:xfrm>
          <a:off x="347384" y="0"/>
          <a:ext cx="3005386" cy="300538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kern="1200" dirty="0" err="1"/>
            <a:t>Dark</a:t>
          </a:r>
          <a:r>
            <a:rPr lang="cs-CZ" sz="1400" kern="1200" dirty="0"/>
            <a:t> </a:t>
          </a:r>
          <a:r>
            <a:rPr lang="cs-CZ" sz="2000" kern="1200" dirty="0"/>
            <a:t>web</a:t>
          </a:r>
          <a:endParaRPr lang="cs-CZ" sz="1400" kern="1200" dirty="0"/>
        </a:p>
      </dsp:txBody>
      <dsp:txXfrm>
        <a:off x="1324886" y="150269"/>
        <a:ext cx="1050382" cy="450807"/>
      </dsp:txXfrm>
    </dsp:sp>
    <dsp:sp modelId="{A227AE1E-B97E-41CA-9E85-5F48C57CF15C}">
      <dsp:nvSpPr>
        <dsp:cNvPr id="0" name=""/>
        <dsp:cNvSpPr/>
      </dsp:nvSpPr>
      <dsp:spPr>
        <a:xfrm>
          <a:off x="723057" y="751346"/>
          <a:ext cx="2254039" cy="2254039"/>
        </a:xfrm>
        <a:prstGeom prst="ellipse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kern="1200" dirty="0" err="1"/>
            <a:t>Deep</a:t>
          </a:r>
          <a:r>
            <a:rPr lang="cs-CZ" sz="1800" kern="1200" dirty="0"/>
            <a:t> web</a:t>
          </a:r>
        </a:p>
      </dsp:txBody>
      <dsp:txXfrm>
        <a:off x="1324886" y="892223"/>
        <a:ext cx="1050382" cy="422632"/>
      </dsp:txXfrm>
    </dsp:sp>
    <dsp:sp modelId="{B13151B2-5E3D-410D-A95D-F7DFB997CC13}">
      <dsp:nvSpPr>
        <dsp:cNvPr id="0" name=""/>
        <dsp:cNvSpPr/>
      </dsp:nvSpPr>
      <dsp:spPr>
        <a:xfrm>
          <a:off x="1098731" y="1502693"/>
          <a:ext cx="1502693" cy="1502693"/>
        </a:xfrm>
        <a:prstGeom prst="ellipse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b="1" kern="1200" dirty="0" err="1"/>
            <a:t>Surface</a:t>
          </a:r>
          <a:r>
            <a:rPr lang="cs-CZ" sz="1800" b="1" kern="1200" dirty="0"/>
            <a:t> web</a:t>
          </a:r>
        </a:p>
      </dsp:txBody>
      <dsp:txXfrm>
        <a:off x="1318795" y="1878366"/>
        <a:ext cx="1062564" cy="75134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C3BC60-E008-4574-8C7F-5646F2F92368}">
      <dsp:nvSpPr>
        <dsp:cNvPr id="0" name=""/>
        <dsp:cNvSpPr/>
      </dsp:nvSpPr>
      <dsp:spPr>
        <a:xfrm>
          <a:off x="0" y="60819"/>
          <a:ext cx="6589260" cy="162873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100" b="0" i="0" kern="1200" baseline="0"/>
            <a:t>Triáda CIA</a:t>
          </a:r>
          <a:endParaRPr lang="en-US" sz="4100" kern="1200"/>
        </a:p>
      </dsp:txBody>
      <dsp:txXfrm>
        <a:off x="79508" y="140327"/>
        <a:ext cx="6430244" cy="1469715"/>
      </dsp:txXfrm>
    </dsp:sp>
    <dsp:sp modelId="{86E4A02A-9631-4731-8E4E-E873A0CD099D}">
      <dsp:nvSpPr>
        <dsp:cNvPr id="0" name=""/>
        <dsp:cNvSpPr/>
      </dsp:nvSpPr>
      <dsp:spPr>
        <a:xfrm>
          <a:off x="0" y="1807630"/>
          <a:ext cx="6589260" cy="1628731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100" b="0" i="0" kern="1200" baseline="0"/>
            <a:t>Prvky kybernetické bezpečnosti</a:t>
          </a:r>
          <a:endParaRPr lang="en-US" sz="4100" kern="1200"/>
        </a:p>
      </dsp:txBody>
      <dsp:txXfrm>
        <a:off x="79508" y="1887138"/>
        <a:ext cx="6430244" cy="1469715"/>
      </dsp:txXfrm>
    </dsp:sp>
    <dsp:sp modelId="{5043CFFB-D5B9-4B8E-84F8-DD42ECF3AC1D}">
      <dsp:nvSpPr>
        <dsp:cNvPr id="0" name=""/>
        <dsp:cNvSpPr/>
      </dsp:nvSpPr>
      <dsp:spPr>
        <a:xfrm>
          <a:off x="0" y="3554442"/>
          <a:ext cx="6589260" cy="1628731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100" b="0" i="0" kern="1200" baseline="0" dirty="0"/>
            <a:t>Životní cyklus kybernetické bezpečnosti</a:t>
          </a:r>
          <a:endParaRPr lang="en-US" sz="4100" kern="1200" dirty="0"/>
        </a:p>
      </dsp:txBody>
      <dsp:txXfrm>
        <a:off x="79508" y="3633950"/>
        <a:ext cx="6430244" cy="146971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C3BC60-E008-4574-8C7F-5646F2F92368}">
      <dsp:nvSpPr>
        <dsp:cNvPr id="0" name=""/>
        <dsp:cNvSpPr/>
      </dsp:nvSpPr>
      <dsp:spPr>
        <a:xfrm>
          <a:off x="0" y="816540"/>
          <a:ext cx="6589260" cy="155902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6500" b="0" i="0" kern="1200" baseline="0" dirty="0"/>
            <a:t>Triáda CIA</a:t>
          </a:r>
          <a:endParaRPr lang="en-US" sz="6500" kern="1200" dirty="0"/>
        </a:p>
      </dsp:txBody>
      <dsp:txXfrm>
        <a:off x="76105" y="892645"/>
        <a:ext cx="6437050" cy="1406815"/>
      </dsp:txXfrm>
    </dsp:sp>
    <dsp:sp modelId="{817F0C89-7D6B-44AC-8422-C38C817C8A78}">
      <dsp:nvSpPr>
        <dsp:cNvPr id="0" name=""/>
        <dsp:cNvSpPr/>
      </dsp:nvSpPr>
      <dsp:spPr>
        <a:xfrm>
          <a:off x="0" y="2375565"/>
          <a:ext cx="6589260" cy="2051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209" tIns="50800" rIns="284480" bIns="50800" numCol="1" spcCol="1270" anchor="t" anchorCtr="0">
          <a:noAutofit/>
        </a:bodyPr>
        <a:lstStyle/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cs-CZ" sz="4000" b="1" kern="1200" dirty="0" err="1"/>
            <a:t>C</a:t>
          </a:r>
          <a:r>
            <a:rPr lang="cs-CZ" sz="4000" kern="1200" dirty="0" err="1"/>
            <a:t>onfidentiality</a:t>
          </a:r>
          <a:r>
            <a:rPr lang="cs-CZ" sz="4000" kern="1200" dirty="0"/>
            <a:t> (důvěrnost)</a:t>
          </a:r>
          <a:endParaRPr lang="en-US" sz="4000" kern="1200" dirty="0"/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cs-CZ" sz="4000" b="1" i="0" kern="1200" baseline="0" dirty="0"/>
            <a:t>I</a:t>
          </a:r>
          <a:r>
            <a:rPr lang="cs-CZ" sz="4000" b="0" i="0" kern="1200" baseline="0" dirty="0"/>
            <a:t>ntegrity (celistvost)</a:t>
          </a:r>
          <a:endParaRPr lang="en-US" sz="4000" kern="1200" dirty="0"/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cs-CZ" sz="4000" b="1" i="0" kern="1200" baseline="0" dirty="0" err="1"/>
            <a:t>A</a:t>
          </a:r>
          <a:r>
            <a:rPr lang="cs-CZ" sz="4000" b="0" i="0" kern="1200" baseline="0" dirty="0" err="1"/>
            <a:t>vailability</a:t>
          </a:r>
          <a:r>
            <a:rPr lang="cs-CZ" sz="4000" b="0" i="0" kern="1200" baseline="0" dirty="0"/>
            <a:t> (dostupnost)</a:t>
          </a:r>
          <a:endParaRPr lang="en-US" sz="4000" kern="1200" dirty="0"/>
        </a:p>
      </dsp:txBody>
      <dsp:txXfrm>
        <a:off x="0" y="2375565"/>
        <a:ext cx="6589260" cy="205188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C3BC60-E008-4574-8C7F-5646F2F92368}">
      <dsp:nvSpPr>
        <dsp:cNvPr id="0" name=""/>
        <dsp:cNvSpPr/>
      </dsp:nvSpPr>
      <dsp:spPr>
        <a:xfrm>
          <a:off x="0" y="23268"/>
          <a:ext cx="6589260" cy="127120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200" b="0" i="0" kern="1200" baseline="0"/>
            <a:t>Triáda CIA</a:t>
          </a:r>
          <a:endParaRPr lang="en-US" sz="3200" kern="1200"/>
        </a:p>
      </dsp:txBody>
      <dsp:txXfrm>
        <a:off x="62055" y="85323"/>
        <a:ext cx="6465150" cy="1147095"/>
      </dsp:txXfrm>
    </dsp:sp>
    <dsp:sp modelId="{86E4A02A-9631-4731-8E4E-E873A0CD099D}">
      <dsp:nvSpPr>
        <dsp:cNvPr id="0" name=""/>
        <dsp:cNvSpPr/>
      </dsp:nvSpPr>
      <dsp:spPr>
        <a:xfrm>
          <a:off x="0" y="1386633"/>
          <a:ext cx="6589260" cy="1271205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200" b="0" i="0" kern="1200" baseline="0" dirty="0"/>
            <a:t>Prvky kybernetické bezpečnosti</a:t>
          </a:r>
          <a:endParaRPr lang="en-US" sz="3200" kern="1200" dirty="0"/>
        </a:p>
      </dsp:txBody>
      <dsp:txXfrm>
        <a:off x="62055" y="1448688"/>
        <a:ext cx="6465150" cy="1147095"/>
      </dsp:txXfrm>
    </dsp:sp>
    <dsp:sp modelId="{70ADF0F1-05E7-4E09-86F6-01D3D6911B11}">
      <dsp:nvSpPr>
        <dsp:cNvPr id="0" name=""/>
        <dsp:cNvSpPr/>
      </dsp:nvSpPr>
      <dsp:spPr>
        <a:xfrm>
          <a:off x="0" y="2657839"/>
          <a:ext cx="6589260" cy="1291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209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cs-CZ" sz="2500" kern="1200" dirty="0"/>
            <a:t>Lidé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cs-CZ" sz="2500" kern="1200" dirty="0"/>
            <a:t>Technologie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cs-CZ" sz="2500" kern="1200" dirty="0"/>
            <a:t>Procesy</a:t>
          </a:r>
          <a:endParaRPr lang="en-US" sz="2500" kern="1200" dirty="0"/>
        </a:p>
      </dsp:txBody>
      <dsp:txXfrm>
        <a:off x="0" y="2657839"/>
        <a:ext cx="6589260" cy="1291680"/>
      </dsp:txXfrm>
    </dsp:sp>
    <dsp:sp modelId="{5043CFFB-D5B9-4B8E-84F8-DD42ECF3AC1D}">
      <dsp:nvSpPr>
        <dsp:cNvPr id="0" name=""/>
        <dsp:cNvSpPr/>
      </dsp:nvSpPr>
      <dsp:spPr>
        <a:xfrm>
          <a:off x="0" y="3949519"/>
          <a:ext cx="6589260" cy="1271205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200" b="0" i="0" kern="1200" baseline="0" dirty="0"/>
            <a:t>Životní cyklus kybernetické bezpečnosti</a:t>
          </a:r>
          <a:endParaRPr lang="en-US" sz="3200" kern="1200" dirty="0"/>
        </a:p>
      </dsp:txBody>
      <dsp:txXfrm>
        <a:off x="62055" y="4011574"/>
        <a:ext cx="6465150" cy="114709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C3BC60-E008-4574-8C7F-5646F2F92368}">
      <dsp:nvSpPr>
        <dsp:cNvPr id="0" name=""/>
        <dsp:cNvSpPr/>
      </dsp:nvSpPr>
      <dsp:spPr>
        <a:xfrm>
          <a:off x="0" y="59839"/>
          <a:ext cx="6589260" cy="123147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100" b="0" i="0" kern="1200" baseline="0"/>
            <a:t>Triáda CIA</a:t>
          </a:r>
          <a:endParaRPr lang="en-US" sz="3100" kern="1200"/>
        </a:p>
      </dsp:txBody>
      <dsp:txXfrm>
        <a:off x="60116" y="119955"/>
        <a:ext cx="6469028" cy="1111247"/>
      </dsp:txXfrm>
    </dsp:sp>
    <dsp:sp modelId="{86E4A02A-9631-4731-8E4E-E873A0CD099D}">
      <dsp:nvSpPr>
        <dsp:cNvPr id="0" name=""/>
        <dsp:cNvSpPr/>
      </dsp:nvSpPr>
      <dsp:spPr>
        <a:xfrm>
          <a:off x="0" y="1380599"/>
          <a:ext cx="6589260" cy="1231479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100" b="0" i="0" kern="1200" baseline="0" dirty="0"/>
            <a:t>Prvky kybernetické bezpečnosti</a:t>
          </a:r>
          <a:endParaRPr lang="en-US" sz="3100" kern="1200" dirty="0"/>
        </a:p>
      </dsp:txBody>
      <dsp:txXfrm>
        <a:off x="60116" y="1440715"/>
        <a:ext cx="6469028" cy="1111247"/>
      </dsp:txXfrm>
    </dsp:sp>
    <dsp:sp modelId="{5043CFFB-D5B9-4B8E-84F8-DD42ECF3AC1D}">
      <dsp:nvSpPr>
        <dsp:cNvPr id="0" name=""/>
        <dsp:cNvSpPr/>
      </dsp:nvSpPr>
      <dsp:spPr>
        <a:xfrm>
          <a:off x="0" y="2701358"/>
          <a:ext cx="6589260" cy="1231479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100" b="0" i="0" kern="1200" baseline="0" dirty="0"/>
            <a:t>Životní cyklus kybernetické bezpečnosti</a:t>
          </a:r>
          <a:endParaRPr lang="en-US" sz="3100" kern="1200" dirty="0"/>
        </a:p>
      </dsp:txBody>
      <dsp:txXfrm>
        <a:off x="60116" y="2761474"/>
        <a:ext cx="6469028" cy="1111247"/>
      </dsp:txXfrm>
    </dsp:sp>
    <dsp:sp modelId="{2AA0E018-7009-4FE6-B81F-EF4F7CCE896B}">
      <dsp:nvSpPr>
        <dsp:cNvPr id="0" name=""/>
        <dsp:cNvSpPr/>
      </dsp:nvSpPr>
      <dsp:spPr>
        <a:xfrm>
          <a:off x="0" y="3932838"/>
          <a:ext cx="6589260" cy="1251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209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cs-CZ" sz="2400" kern="1200" dirty="0"/>
            <a:t>Prevence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cs-CZ" sz="2400" kern="1200" dirty="0"/>
            <a:t>Detekce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cs-CZ" sz="2400" kern="1200" dirty="0"/>
            <a:t>Reakce</a:t>
          </a:r>
          <a:endParaRPr lang="en-US" sz="2400" kern="1200" dirty="0"/>
        </a:p>
      </dsp:txBody>
      <dsp:txXfrm>
        <a:off x="0" y="3932838"/>
        <a:ext cx="6589260" cy="125131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DA7517-36F6-482F-942A-FFE85386CD8A}">
      <dsp:nvSpPr>
        <dsp:cNvPr id="0" name=""/>
        <dsp:cNvSpPr/>
      </dsp:nvSpPr>
      <dsp:spPr>
        <a:xfrm>
          <a:off x="0" y="242216"/>
          <a:ext cx="6589260" cy="11512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800" b="0" i="0" kern="1200" baseline="0" dirty="0"/>
            <a:t>Riziko</a:t>
          </a:r>
          <a:endParaRPr lang="en-US" sz="4800" kern="1200" dirty="0"/>
        </a:p>
      </dsp:txBody>
      <dsp:txXfrm>
        <a:off x="56201" y="298417"/>
        <a:ext cx="6476858" cy="1038877"/>
      </dsp:txXfrm>
    </dsp:sp>
    <dsp:sp modelId="{DB7CB70A-CE90-4576-BDFD-66A421DAABF0}">
      <dsp:nvSpPr>
        <dsp:cNvPr id="0" name=""/>
        <dsp:cNvSpPr/>
      </dsp:nvSpPr>
      <dsp:spPr>
        <a:xfrm>
          <a:off x="0" y="1393496"/>
          <a:ext cx="6589260" cy="1167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209" tIns="60960" rIns="341376" bIns="60960" numCol="1" spcCol="1270" anchor="t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cs-CZ" sz="3700" kern="1200" dirty="0"/>
            <a:t>Pravděpodobnost s jakou může nastat nechtěná událost</a:t>
          </a:r>
          <a:endParaRPr lang="en-US" sz="3700" kern="1200" dirty="0"/>
        </a:p>
      </dsp:txBody>
      <dsp:txXfrm>
        <a:off x="0" y="1393496"/>
        <a:ext cx="6589260" cy="1167480"/>
      </dsp:txXfrm>
    </dsp:sp>
    <dsp:sp modelId="{449B060A-04BE-4B13-B393-F118805BE0BD}">
      <dsp:nvSpPr>
        <dsp:cNvPr id="0" name=""/>
        <dsp:cNvSpPr/>
      </dsp:nvSpPr>
      <dsp:spPr>
        <a:xfrm>
          <a:off x="0" y="2560976"/>
          <a:ext cx="6589260" cy="1151279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800" b="0" i="0" kern="1200" baseline="0" dirty="0"/>
            <a:t>Aktivum</a:t>
          </a:r>
          <a:endParaRPr lang="en-US" sz="4800" kern="1200" dirty="0"/>
        </a:p>
      </dsp:txBody>
      <dsp:txXfrm>
        <a:off x="56201" y="2617177"/>
        <a:ext cx="6476858" cy="1038877"/>
      </dsp:txXfrm>
    </dsp:sp>
    <dsp:sp modelId="{6AA169D7-0AA9-48E9-9D9A-481937C242BA}">
      <dsp:nvSpPr>
        <dsp:cNvPr id="0" name=""/>
        <dsp:cNvSpPr/>
      </dsp:nvSpPr>
      <dsp:spPr>
        <a:xfrm>
          <a:off x="0" y="3850496"/>
          <a:ext cx="6589260" cy="1151279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800" b="0" i="0" kern="1200" baseline="0"/>
            <a:t>Zranitelnost</a:t>
          </a:r>
          <a:endParaRPr lang="en-US" sz="4800" kern="1200"/>
        </a:p>
      </dsp:txBody>
      <dsp:txXfrm>
        <a:off x="56201" y="3906697"/>
        <a:ext cx="6476858" cy="103887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DA7517-36F6-482F-942A-FFE85386CD8A}">
      <dsp:nvSpPr>
        <dsp:cNvPr id="0" name=""/>
        <dsp:cNvSpPr/>
      </dsp:nvSpPr>
      <dsp:spPr>
        <a:xfrm>
          <a:off x="0" y="67616"/>
          <a:ext cx="6589260" cy="110331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600" b="0" i="0" kern="1200" baseline="0" dirty="0"/>
            <a:t>Riziko</a:t>
          </a:r>
          <a:endParaRPr lang="en-US" sz="4600" kern="1200" dirty="0"/>
        </a:p>
      </dsp:txBody>
      <dsp:txXfrm>
        <a:off x="53859" y="121475"/>
        <a:ext cx="6481542" cy="995592"/>
      </dsp:txXfrm>
    </dsp:sp>
    <dsp:sp modelId="{449B060A-04BE-4B13-B393-F118805BE0BD}">
      <dsp:nvSpPr>
        <dsp:cNvPr id="0" name=""/>
        <dsp:cNvSpPr/>
      </dsp:nvSpPr>
      <dsp:spPr>
        <a:xfrm>
          <a:off x="0" y="1303406"/>
          <a:ext cx="6589260" cy="1103310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600" b="0" i="0" kern="1200" baseline="0" dirty="0"/>
            <a:t>Aktivum</a:t>
          </a:r>
          <a:endParaRPr lang="en-US" sz="4600" kern="1200" dirty="0"/>
        </a:p>
      </dsp:txBody>
      <dsp:txXfrm>
        <a:off x="53859" y="1357265"/>
        <a:ext cx="6481542" cy="995592"/>
      </dsp:txXfrm>
    </dsp:sp>
    <dsp:sp modelId="{3A262781-ED12-44D2-82A3-A7420D5DF7A1}">
      <dsp:nvSpPr>
        <dsp:cNvPr id="0" name=""/>
        <dsp:cNvSpPr/>
      </dsp:nvSpPr>
      <dsp:spPr>
        <a:xfrm>
          <a:off x="0" y="2406716"/>
          <a:ext cx="6589260" cy="166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209" tIns="58420" rIns="327152" bIns="58420" numCol="1" spcCol="1270" anchor="t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cs-CZ" sz="3600" kern="1200" dirty="0"/>
            <a:t>Cokoliv co má určitou hodnotu pro osobu, organizaci či stát (data, služba)</a:t>
          </a:r>
          <a:endParaRPr lang="en-US" sz="3600" kern="1200" dirty="0"/>
        </a:p>
      </dsp:txBody>
      <dsp:txXfrm>
        <a:off x="0" y="2406716"/>
        <a:ext cx="6589260" cy="1666350"/>
      </dsp:txXfrm>
    </dsp:sp>
    <dsp:sp modelId="{6AA169D7-0AA9-48E9-9D9A-481937C242BA}">
      <dsp:nvSpPr>
        <dsp:cNvPr id="0" name=""/>
        <dsp:cNvSpPr/>
      </dsp:nvSpPr>
      <dsp:spPr>
        <a:xfrm>
          <a:off x="0" y="4073066"/>
          <a:ext cx="6589260" cy="110331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600" b="0" i="0" kern="1200" baseline="0"/>
            <a:t>Zranitelnost</a:t>
          </a:r>
          <a:endParaRPr lang="en-US" sz="4600" kern="1200"/>
        </a:p>
      </dsp:txBody>
      <dsp:txXfrm>
        <a:off x="53859" y="4126925"/>
        <a:ext cx="6481542" cy="99559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DA7517-36F6-482F-942A-FFE85386CD8A}">
      <dsp:nvSpPr>
        <dsp:cNvPr id="0" name=""/>
        <dsp:cNvSpPr/>
      </dsp:nvSpPr>
      <dsp:spPr>
        <a:xfrm>
          <a:off x="0" y="138086"/>
          <a:ext cx="6589260" cy="10553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400" b="0" i="0" kern="1200" baseline="0" dirty="0"/>
            <a:t>Riziko</a:t>
          </a:r>
          <a:endParaRPr lang="en-US" sz="4400" kern="1200" dirty="0"/>
        </a:p>
      </dsp:txBody>
      <dsp:txXfrm>
        <a:off x="51517" y="189603"/>
        <a:ext cx="6486226" cy="952306"/>
      </dsp:txXfrm>
    </dsp:sp>
    <dsp:sp modelId="{449B060A-04BE-4B13-B393-F118805BE0BD}">
      <dsp:nvSpPr>
        <dsp:cNvPr id="0" name=""/>
        <dsp:cNvSpPr/>
      </dsp:nvSpPr>
      <dsp:spPr>
        <a:xfrm>
          <a:off x="0" y="1320146"/>
          <a:ext cx="6589260" cy="1055340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400" b="0" i="0" kern="1200" baseline="0" dirty="0"/>
            <a:t>Aktivum</a:t>
          </a:r>
          <a:endParaRPr lang="en-US" sz="4400" kern="1200" dirty="0"/>
        </a:p>
      </dsp:txBody>
      <dsp:txXfrm>
        <a:off x="51517" y="1371663"/>
        <a:ext cx="6486226" cy="952306"/>
      </dsp:txXfrm>
    </dsp:sp>
    <dsp:sp modelId="{6AA169D7-0AA9-48E9-9D9A-481937C242BA}">
      <dsp:nvSpPr>
        <dsp:cNvPr id="0" name=""/>
        <dsp:cNvSpPr/>
      </dsp:nvSpPr>
      <dsp:spPr>
        <a:xfrm>
          <a:off x="0" y="2502206"/>
          <a:ext cx="6589260" cy="105534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400" b="0" i="0" kern="1200" baseline="0" dirty="0"/>
            <a:t>Zranitelnost</a:t>
          </a:r>
          <a:endParaRPr lang="en-US" sz="4400" kern="1200" dirty="0"/>
        </a:p>
      </dsp:txBody>
      <dsp:txXfrm>
        <a:off x="51517" y="2553723"/>
        <a:ext cx="6486226" cy="952306"/>
      </dsp:txXfrm>
    </dsp:sp>
    <dsp:sp modelId="{06F72B50-D1F7-4AA7-B4CC-5632A4041809}">
      <dsp:nvSpPr>
        <dsp:cNvPr id="0" name=""/>
        <dsp:cNvSpPr/>
      </dsp:nvSpPr>
      <dsp:spPr>
        <a:xfrm>
          <a:off x="0" y="3557546"/>
          <a:ext cx="6589260" cy="1548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209" tIns="55880" rIns="312928" bIns="55880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cs-CZ" sz="3400" kern="1200" dirty="0"/>
            <a:t>Slabé místo aktiva, softwaru či zabezpečení (ošetřené, neošetřené, skryté, neobjevené)</a:t>
          </a:r>
          <a:endParaRPr lang="en-US" sz="3400" kern="1200" dirty="0"/>
        </a:p>
      </dsp:txBody>
      <dsp:txXfrm>
        <a:off x="0" y="3557546"/>
        <a:ext cx="6589260" cy="154836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F89577-F87A-45BF-A833-9A5EB0B518A9}">
      <dsp:nvSpPr>
        <dsp:cNvPr id="0" name=""/>
        <dsp:cNvSpPr/>
      </dsp:nvSpPr>
      <dsp:spPr>
        <a:xfrm>
          <a:off x="0" y="453153"/>
          <a:ext cx="6589260" cy="79150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300" b="0" i="0" kern="1200" baseline="0"/>
            <a:t>Kybernetické hrozby</a:t>
          </a:r>
          <a:endParaRPr lang="en-US" sz="3300" kern="1200"/>
        </a:p>
      </dsp:txBody>
      <dsp:txXfrm>
        <a:off x="38638" y="491791"/>
        <a:ext cx="6511984" cy="714229"/>
      </dsp:txXfrm>
    </dsp:sp>
    <dsp:sp modelId="{CC267D91-2D29-455D-9ACA-62412606F357}">
      <dsp:nvSpPr>
        <dsp:cNvPr id="0" name=""/>
        <dsp:cNvSpPr/>
      </dsp:nvSpPr>
      <dsp:spPr>
        <a:xfrm>
          <a:off x="0" y="1339698"/>
          <a:ext cx="6589260" cy="791505"/>
        </a:xfrm>
        <a:prstGeom prst="roundRect">
          <a:avLst/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300" b="0" i="0" kern="1200" baseline="0"/>
            <a:t>Kybernetické bezpečnostní události</a:t>
          </a:r>
          <a:endParaRPr lang="en-US" sz="3300" kern="1200"/>
        </a:p>
      </dsp:txBody>
      <dsp:txXfrm>
        <a:off x="38638" y="1378336"/>
        <a:ext cx="6511984" cy="714229"/>
      </dsp:txXfrm>
    </dsp:sp>
    <dsp:sp modelId="{E877DAE1-E128-4489-9ACF-CCEF9E9D08B3}">
      <dsp:nvSpPr>
        <dsp:cNvPr id="0" name=""/>
        <dsp:cNvSpPr/>
      </dsp:nvSpPr>
      <dsp:spPr>
        <a:xfrm>
          <a:off x="0" y="2226244"/>
          <a:ext cx="6589260" cy="791505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300" b="0" i="0" kern="1200" baseline="0"/>
            <a:t>Kybernetické bezpečnostní incidenty</a:t>
          </a:r>
          <a:endParaRPr lang="en-US" sz="3300" kern="1200"/>
        </a:p>
      </dsp:txBody>
      <dsp:txXfrm>
        <a:off x="38638" y="2264882"/>
        <a:ext cx="6511984" cy="714229"/>
      </dsp:txXfrm>
    </dsp:sp>
    <dsp:sp modelId="{366A310A-F15F-4187-9DFF-857F47A1F7A0}">
      <dsp:nvSpPr>
        <dsp:cNvPr id="0" name=""/>
        <dsp:cNvSpPr/>
      </dsp:nvSpPr>
      <dsp:spPr>
        <a:xfrm>
          <a:off x="0" y="3112789"/>
          <a:ext cx="6589260" cy="791505"/>
        </a:xfrm>
        <a:prstGeom prst="roundRect">
          <a:avLst/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300" b="0" i="0" kern="1200" baseline="0"/>
            <a:t>Kybernetický útok (Cyber Attack)</a:t>
          </a:r>
          <a:endParaRPr lang="en-US" sz="3300" kern="1200"/>
        </a:p>
      </dsp:txBody>
      <dsp:txXfrm>
        <a:off x="38638" y="3151427"/>
        <a:ext cx="6511984" cy="714229"/>
      </dsp:txXfrm>
    </dsp:sp>
    <dsp:sp modelId="{A97DC4B8-B7CA-49DB-BF72-0F3AA6BD19BB}">
      <dsp:nvSpPr>
        <dsp:cNvPr id="0" name=""/>
        <dsp:cNvSpPr/>
      </dsp:nvSpPr>
      <dsp:spPr>
        <a:xfrm>
          <a:off x="0" y="3999334"/>
          <a:ext cx="6589260" cy="791505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300" b="0" i="0" kern="1200" baseline="0"/>
            <a:t>Kyberkriminalita (Cybercrime)</a:t>
          </a:r>
          <a:endParaRPr lang="en-US" sz="3300" kern="1200"/>
        </a:p>
      </dsp:txBody>
      <dsp:txXfrm>
        <a:off x="38638" y="4037972"/>
        <a:ext cx="6511984" cy="71422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F89577-F87A-45BF-A833-9A5EB0B518A9}">
      <dsp:nvSpPr>
        <dsp:cNvPr id="0" name=""/>
        <dsp:cNvSpPr/>
      </dsp:nvSpPr>
      <dsp:spPr>
        <a:xfrm>
          <a:off x="0" y="37443"/>
          <a:ext cx="6589260" cy="69556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900" b="0" i="0" kern="1200" baseline="0" dirty="0"/>
            <a:t>Kybernetické hrozby (</a:t>
          </a:r>
          <a:r>
            <a:rPr lang="cs-CZ" sz="2900" b="0" i="0" kern="1200" baseline="0" dirty="0" err="1"/>
            <a:t>Threat</a:t>
          </a:r>
          <a:r>
            <a:rPr lang="cs-CZ" sz="2900" b="0" i="0" kern="1200" baseline="0" dirty="0"/>
            <a:t>)</a:t>
          </a:r>
          <a:endParaRPr lang="en-US" sz="2900" kern="1200" dirty="0"/>
        </a:p>
      </dsp:txBody>
      <dsp:txXfrm>
        <a:off x="33955" y="71398"/>
        <a:ext cx="6521350" cy="627655"/>
      </dsp:txXfrm>
    </dsp:sp>
    <dsp:sp modelId="{5116B14C-2678-4DAB-A43D-854280AADBAE}">
      <dsp:nvSpPr>
        <dsp:cNvPr id="0" name=""/>
        <dsp:cNvSpPr/>
      </dsp:nvSpPr>
      <dsp:spPr>
        <a:xfrm>
          <a:off x="0" y="733008"/>
          <a:ext cx="6589260" cy="14407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209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cs-CZ" sz="2300" kern="1200" dirty="0"/>
            <a:t>Něco, co naruší „běžný stav“ (aktivní, pasivní, trvalá).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cs-CZ" sz="2300" kern="1200" dirty="0"/>
            <a:t>Únik informací, Narušení integrity, Potlačení služby, Nelegitimní použití</a:t>
          </a:r>
          <a:endParaRPr lang="en-US" sz="2300" kern="1200" dirty="0"/>
        </a:p>
      </dsp:txBody>
      <dsp:txXfrm>
        <a:off x="0" y="733008"/>
        <a:ext cx="6589260" cy="1440719"/>
      </dsp:txXfrm>
    </dsp:sp>
    <dsp:sp modelId="{CC267D91-2D29-455D-9ACA-62412606F357}">
      <dsp:nvSpPr>
        <dsp:cNvPr id="0" name=""/>
        <dsp:cNvSpPr/>
      </dsp:nvSpPr>
      <dsp:spPr>
        <a:xfrm>
          <a:off x="0" y="2173728"/>
          <a:ext cx="6589260" cy="695565"/>
        </a:xfrm>
        <a:prstGeom prst="roundRect">
          <a:avLst/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900" b="0" i="0" kern="1200" baseline="0"/>
            <a:t>Kybernetické bezpečnostní události</a:t>
          </a:r>
          <a:endParaRPr lang="en-US" sz="2900" kern="1200"/>
        </a:p>
      </dsp:txBody>
      <dsp:txXfrm>
        <a:off x="33955" y="2207683"/>
        <a:ext cx="6521350" cy="627655"/>
      </dsp:txXfrm>
    </dsp:sp>
    <dsp:sp modelId="{E877DAE1-E128-4489-9ACF-CCEF9E9D08B3}">
      <dsp:nvSpPr>
        <dsp:cNvPr id="0" name=""/>
        <dsp:cNvSpPr/>
      </dsp:nvSpPr>
      <dsp:spPr>
        <a:xfrm>
          <a:off x="0" y="2952813"/>
          <a:ext cx="6589260" cy="695565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900" b="0" i="0" kern="1200" baseline="0"/>
            <a:t>Kybernetické bezpečnostní incidenty</a:t>
          </a:r>
          <a:endParaRPr lang="en-US" sz="2900" kern="1200"/>
        </a:p>
      </dsp:txBody>
      <dsp:txXfrm>
        <a:off x="33955" y="2986768"/>
        <a:ext cx="6521350" cy="627655"/>
      </dsp:txXfrm>
    </dsp:sp>
    <dsp:sp modelId="{366A310A-F15F-4187-9DFF-857F47A1F7A0}">
      <dsp:nvSpPr>
        <dsp:cNvPr id="0" name=""/>
        <dsp:cNvSpPr/>
      </dsp:nvSpPr>
      <dsp:spPr>
        <a:xfrm>
          <a:off x="0" y="3731899"/>
          <a:ext cx="6589260" cy="695565"/>
        </a:xfrm>
        <a:prstGeom prst="roundRect">
          <a:avLst/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900" b="0" i="0" kern="1200" baseline="0" dirty="0"/>
            <a:t>Kybernetický útok (</a:t>
          </a:r>
          <a:r>
            <a:rPr lang="cs-CZ" sz="2900" b="0" i="0" kern="1200" baseline="0" dirty="0" err="1"/>
            <a:t>Cyber</a:t>
          </a:r>
          <a:r>
            <a:rPr lang="cs-CZ" sz="2900" b="0" i="0" kern="1200" baseline="0" dirty="0"/>
            <a:t> </a:t>
          </a:r>
          <a:r>
            <a:rPr lang="cs-CZ" sz="2900" b="0" i="0" kern="1200" baseline="0" dirty="0" err="1"/>
            <a:t>Attack</a:t>
          </a:r>
          <a:r>
            <a:rPr lang="cs-CZ" sz="2900" b="0" i="0" kern="1200" baseline="0" dirty="0"/>
            <a:t>)</a:t>
          </a:r>
          <a:endParaRPr lang="en-US" sz="2900" kern="1200" dirty="0"/>
        </a:p>
      </dsp:txBody>
      <dsp:txXfrm>
        <a:off x="33955" y="3765854"/>
        <a:ext cx="6521350" cy="627655"/>
      </dsp:txXfrm>
    </dsp:sp>
    <dsp:sp modelId="{A97DC4B8-B7CA-49DB-BF72-0F3AA6BD19BB}">
      <dsp:nvSpPr>
        <dsp:cNvPr id="0" name=""/>
        <dsp:cNvSpPr/>
      </dsp:nvSpPr>
      <dsp:spPr>
        <a:xfrm>
          <a:off x="0" y="4510984"/>
          <a:ext cx="6589260" cy="695565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900" b="0" i="0" kern="1200" baseline="0"/>
            <a:t>Kyberkriminalita (Cybercrime)</a:t>
          </a:r>
          <a:endParaRPr lang="en-US" sz="2900" kern="1200"/>
        </a:p>
      </dsp:txBody>
      <dsp:txXfrm>
        <a:off x="33955" y="4544939"/>
        <a:ext cx="6521350" cy="627655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F89577-F87A-45BF-A833-9A5EB0B518A9}">
      <dsp:nvSpPr>
        <dsp:cNvPr id="0" name=""/>
        <dsp:cNvSpPr/>
      </dsp:nvSpPr>
      <dsp:spPr>
        <a:xfrm>
          <a:off x="0" y="170036"/>
          <a:ext cx="6589260" cy="6715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0" i="0" kern="1200" baseline="0" dirty="0"/>
            <a:t>Kybernetické hrozby (</a:t>
          </a:r>
          <a:r>
            <a:rPr lang="cs-CZ" sz="2800" b="0" i="0" kern="1200" baseline="0" dirty="0" err="1"/>
            <a:t>Threat</a:t>
          </a:r>
          <a:r>
            <a:rPr lang="cs-CZ" sz="2800" b="0" i="0" kern="1200" baseline="0" dirty="0"/>
            <a:t>)</a:t>
          </a:r>
          <a:endParaRPr lang="en-US" sz="2800" kern="1200" dirty="0"/>
        </a:p>
      </dsp:txBody>
      <dsp:txXfrm>
        <a:off x="32784" y="202820"/>
        <a:ext cx="6523692" cy="606012"/>
      </dsp:txXfrm>
    </dsp:sp>
    <dsp:sp modelId="{CC267D91-2D29-455D-9ACA-62412606F357}">
      <dsp:nvSpPr>
        <dsp:cNvPr id="0" name=""/>
        <dsp:cNvSpPr/>
      </dsp:nvSpPr>
      <dsp:spPr>
        <a:xfrm>
          <a:off x="0" y="922256"/>
          <a:ext cx="6589260" cy="671580"/>
        </a:xfrm>
        <a:prstGeom prst="roundRect">
          <a:avLst/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0" i="0" kern="1200" baseline="0" dirty="0"/>
            <a:t>Kybernetické bezpečnostní události</a:t>
          </a:r>
          <a:endParaRPr lang="en-US" sz="2800" kern="1200" dirty="0"/>
        </a:p>
      </dsp:txBody>
      <dsp:txXfrm>
        <a:off x="32784" y="955040"/>
        <a:ext cx="6523692" cy="606012"/>
      </dsp:txXfrm>
    </dsp:sp>
    <dsp:sp modelId="{11D27B92-9F2D-4858-B47C-EA34951A6898}">
      <dsp:nvSpPr>
        <dsp:cNvPr id="0" name=""/>
        <dsp:cNvSpPr/>
      </dsp:nvSpPr>
      <dsp:spPr>
        <a:xfrm>
          <a:off x="0" y="1593836"/>
          <a:ext cx="6589260" cy="1304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209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cs-CZ" sz="2200" kern="1200" dirty="0"/>
            <a:t>událost, která může způsobit narušení bezpečnosti informací v informačních systémech nebo narušení bezpečnosti služeb anebo bezpečnosti a integrity sítí elektronických komunikací</a:t>
          </a:r>
          <a:endParaRPr lang="en-US" sz="2200" kern="1200" dirty="0"/>
        </a:p>
      </dsp:txBody>
      <dsp:txXfrm>
        <a:off x="0" y="1593836"/>
        <a:ext cx="6589260" cy="1304100"/>
      </dsp:txXfrm>
    </dsp:sp>
    <dsp:sp modelId="{E877DAE1-E128-4489-9ACF-CCEF9E9D08B3}">
      <dsp:nvSpPr>
        <dsp:cNvPr id="0" name=""/>
        <dsp:cNvSpPr/>
      </dsp:nvSpPr>
      <dsp:spPr>
        <a:xfrm>
          <a:off x="0" y="2897936"/>
          <a:ext cx="6589260" cy="671580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0" i="0" kern="1200" baseline="0"/>
            <a:t>Kybernetické bezpečnostní incidenty</a:t>
          </a:r>
          <a:endParaRPr lang="en-US" sz="2800" kern="1200"/>
        </a:p>
      </dsp:txBody>
      <dsp:txXfrm>
        <a:off x="32784" y="2930720"/>
        <a:ext cx="6523692" cy="606012"/>
      </dsp:txXfrm>
    </dsp:sp>
    <dsp:sp modelId="{366A310A-F15F-4187-9DFF-857F47A1F7A0}">
      <dsp:nvSpPr>
        <dsp:cNvPr id="0" name=""/>
        <dsp:cNvSpPr/>
      </dsp:nvSpPr>
      <dsp:spPr>
        <a:xfrm>
          <a:off x="0" y="3650156"/>
          <a:ext cx="6589260" cy="671580"/>
        </a:xfrm>
        <a:prstGeom prst="roundRect">
          <a:avLst/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0" i="0" kern="1200" baseline="0" dirty="0"/>
            <a:t>Kybernetický útok (</a:t>
          </a:r>
          <a:r>
            <a:rPr lang="cs-CZ" sz="2800" b="0" i="0" kern="1200" baseline="0" dirty="0" err="1"/>
            <a:t>Cyber</a:t>
          </a:r>
          <a:r>
            <a:rPr lang="cs-CZ" sz="2800" b="0" i="0" kern="1200" baseline="0" dirty="0"/>
            <a:t> </a:t>
          </a:r>
          <a:r>
            <a:rPr lang="cs-CZ" sz="2800" b="0" i="0" kern="1200" baseline="0" dirty="0" err="1"/>
            <a:t>Attack</a:t>
          </a:r>
          <a:r>
            <a:rPr lang="cs-CZ" sz="2800" b="0" i="0" kern="1200" baseline="0" dirty="0"/>
            <a:t>)</a:t>
          </a:r>
          <a:endParaRPr lang="en-US" sz="2800" kern="1200" dirty="0"/>
        </a:p>
      </dsp:txBody>
      <dsp:txXfrm>
        <a:off x="32784" y="3682940"/>
        <a:ext cx="6523692" cy="606012"/>
      </dsp:txXfrm>
    </dsp:sp>
    <dsp:sp modelId="{A97DC4B8-B7CA-49DB-BF72-0F3AA6BD19BB}">
      <dsp:nvSpPr>
        <dsp:cNvPr id="0" name=""/>
        <dsp:cNvSpPr/>
      </dsp:nvSpPr>
      <dsp:spPr>
        <a:xfrm>
          <a:off x="0" y="4402376"/>
          <a:ext cx="6589260" cy="67158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0" i="0" kern="1200" baseline="0"/>
            <a:t>Kyberkriminalita (Cybercrime)</a:t>
          </a:r>
          <a:endParaRPr lang="en-US" sz="2800" kern="1200"/>
        </a:p>
      </dsp:txBody>
      <dsp:txXfrm>
        <a:off x="32784" y="4435160"/>
        <a:ext cx="6523692" cy="606012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F89577-F87A-45BF-A833-9A5EB0B518A9}">
      <dsp:nvSpPr>
        <dsp:cNvPr id="0" name=""/>
        <dsp:cNvSpPr/>
      </dsp:nvSpPr>
      <dsp:spPr>
        <a:xfrm>
          <a:off x="0" y="10646"/>
          <a:ext cx="6589260" cy="6715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0" i="0" kern="1200" baseline="0" dirty="0"/>
            <a:t>Kybernetické hrozby (</a:t>
          </a:r>
          <a:r>
            <a:rPr lang="cs-CZ" sz="2800" b="0" i="0" kern="1200" baseline="0" dirty="0" err="1"/>
            <a:t>Threat</a:t>
          </a:r>
          <a:r>
            <a:rPr lang="cs-CZ" sz="2800" b="0" i="0" kern="1200" baseline="0" dirty="0"/>
            <a:t>)</a:t>
          </a:r>
          <a:endParaRPr lang="en-US" sz="2800" kern="1200" dirty="0"/>
        </a:p>
      </dsp:txBody>
      <dsp:txXfrm>
        <a:off x="32784" y="43430"/>
        <a:ext cx="6523692" cy="606012"/>
      </dsp:txXfrm>
    </dsp:sp>
    <dsp:sp modelId="{CC267D91-2D29-455D-9ACA-62412606F357}">
      <dsp:nvSpPr>
        <dsp:cNvPr id="0" name=""/>
        <dsp:cNvSpPr/>
      </dsp:nvSpPr>
      <dsp:spPr>
        <a:xfrm>
          <a:off x="0" y="762866"/>
          <a:ext cx="6589260" cy="671580"/>
        </a:xfrm>
        <a:prstGeom prst="roundRect">
          <a:avLst/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0" i="0" kern="1200" baseline="0" dirty="0"/>
            <a:t>Kybernetické bezpečnostní události</a:t>
          </a:r>
          <a:endParaRPr lang="en-US" sz="2800" kern="1200" dirty="0"/>
        </a:p>
      </dsp:txBody>
      <dsp:txXfrm>
        <a:off x="32784" y="795650"/>
        <a:ext cx="6523692" cy="606012"/>
      </dsp:txXfrm>
    </dsp:sp>
    <dsp:sp modelId="{E877DAE1-E128-4489-9ACF-CCEF9E9D08B3}">
      <dsp:nvSpPr>
        <dsp:cNvPr id="0" name=""/>
        <dsp:cNvSpPr/>
      </dsp:nvSpPr>
      <dsp:spPr>
        <a:xfrm>
          <a:off x="0" y="1515086"/>
          <a:ext cx="6589260" cy="671580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0" i="0" kern="1200" baseline="0" dirty="0"/>
            <a:t>Kybernetické bezpečnostní incidenty</a:t>
          </a:r>
          <a:endParaRPr lang="en-US" sz="2800" kern="1200" dirty="0"/>
        </a:p>
      </dsp:txBody>
      <dsp:txXfrm>
        <a:off x="32784" y="1547870"/>
        <a:ext cx="6523692" cy="606012"/>
      </dsp:txXfrm>
    </dsp:sp>
    <dsp:sp modelId="{F90EDD7A-8D04-4A15-8C80-D6F2998661BD}">
      <dsp:nvSpPr>
        <dsp:cNvPr id="0" name=""/>
        <dsp:cNvSpPr/>
      </dsp:nvSpPr>
      <dsp:spPr>
        <a:xfrm>
          <a:off x="0" y="2186666"/>
          <a:ext cx="6589260" cy="1622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209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cs-CZ" sz="2200" kern="1200" dirty="0"/>
            <a:t>narušení bezpečnosti informací v informačních systémech nebo narušení bezpečnosti služeb anebo bezpečnosti a integrity sítí elektronických komunikací v důsledku kybernetické bezpečnostní události</a:t>
          </a:r>
          <a:endParaRPr lang="en-US" sz="2200" kern="1200" dirty="0"/>
        </a:p>
      </dsp:txBody>
      <dsp:txXfrm>
        <a:off x="0" y="2186666"/>
        <a:ext cx="6589260" cy="1622880"/>
      </dsp:txXfrm>
    </dsp:sp>
    <dsp:sp modelId="{366A310A-F15F-4187-9DFF-857F47A1F7A0}">
      <dsp:nvSpPr>
        <dsp:cNvPr id="0" name=""/>
        <dsp:cNvSpPr/>
      </dsp:nvSpPr>
      <dsp:spPr>
        <a:xfrm>
          <a:off x="0" y="3809546"/>
          <a:ext cx="6589260" cy="671580"/>
        </a:xfrm>
        <a:prstGeom prst="roundRect">
          <a:avLst/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0" i="0" kern="1200" baseline="0" dirty="0"/>
            <a:t>Kybernetický útok (</a:t>
          </a:r>
          <a:r>
            <a:rPr lang="cs-CZ" sz="2800" b="0" i="0" kern="1200" baseline="0" dirty="0" err="1"/>
            <a:t>Cyber</a:t>
          </a:r>
          <a:r>
            <a:rPr lang="cs-CZ" sz="2800" b="0" i="0" kern="1200" baseline="0" dirty="0"/>
            <a:t> </a:t>
          </a:r>
          <a:r>
            <a:rPr lang="cs-CZ" sz="2800" b="0" i="0" kern="1200" baseline="0" dirty="0" err="1"/>
            <a:t>Attack</a:t>
          </a:r>
          <a:r>
            <a:rPr lang="cs-CZ" sz="2800" b="0" i="0" kern="1200" baseline="0" dirty="0"/>
            <a:t>)</a:t>
          </a:r>
          <a:endParaRPr lang="en-US" sz="2800" kern="1200" dirty="0"/>
        </a:p>
      </dsp:txBody>
      <dsp:txXfrm>
        <a:off x="32784" y="3842330"/>
        <a:ext cx="6523692" cy="606012"/>
      </dsp:txXfrm>
    </dsp:sp>
    <dsp:sp modelId="{A97DC4B8-B7CA-49DB-BF72-0F3AA6BD19BB}">
      <dsp:nvSpPr>
        <dsp:cNvPr id="0" name=""/>
        <dsp:cNvSpPr/>
      </dsp:nvSpPr>
      <dsp:spPr>
        <a:xfrm>
          <a:off x="0" y="4561766"/>
          <a:ext cx="6589260" cy="67158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0" i="0" kern="1200" baseline="0"/>
            <a:t>Kyberkriminalita (Cybercrime)</a:t>
          </a:r>
          <a:endParaRPr lang="en-US" sz="2800" kern="1200"/>
        </a:p>
      </dsp:txBody>
      <dsp:txXfrm>
        <a:off x="32784" y="4594550"/>
        <a:ext cx="6523692" cy="606012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F89577-F87A-45BF-A833-9A5EB0B518A9}">
      <dsp:nvSpPr>
        <dsp:cNvPr id="0" name=""/>
        <dsp:cNvSpPr/>
      </dsp:nvSpPr>
      <dsp:spPr>
        <a:xfrm>
          <a:off x="0" y="83793"/>
          <a:ext cx="6589260" cy="74353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100" b="0" i="0" kern="1200" baseline="0" dirty="0"/>
            <a:t>Kybernetické hrozby (</a:t>
          </a:r>
          <a:r>
            <a:rPr lang="cs-CZ" sz="3100" b="0" i="0" kern="1200" baseline="0" dirty="0" err="1"/>
            <a:t>Threat</a:t>
          </a:r>
          <a:r>
            <a:rPr lang="cs-CZ" sz="3100" b="0" i="0" kern="1200" baseline="0" dirty="0"/>
            <a:t>)</a:t>
          </a:r>
          <a:endParaRPr lang="en-US" sz="3100" kern="1200" dirty="0"/>
        </a:p>
      </dsp:txBody>
      <dsp:txXfrm>
        <a:off x="36296" y="120089"/>
        <a:ext cx="6516668" cy="670943"/>
      </dsp:txXfrm>
    </dsp:sp>
    <dsp:sp modelId="{CC267D91-2D29-455D-9ACA-62412606F357}">
      <dsp:nvSpPr>
        <dsp:cNvPr id="0" name=""/>
        <dsp:cNvSpPr/>
      </dsp:nvSpPr>
      <dsp:spPr>
        <a:xfrm>
          <a:off x="0" y="916608"/>
          <a:ext cx="6589260" cy="743535"/>
        </a:xfrm>
        <a:prstGeom prst="roundRect">
          <a:avLst/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100" b="0" i="0" kern="1200" baseline="0" dirty="0"/>
            <a:t>Kybernetické bezpečnostní události</a:t>
          </a:r>
          <a:endParaRPr lang="en-US" sz="3100" kern="1200" dirty="0"/>
        </a:p>
      </dsp:txBody>
      <dsp:txXfrm>
        <a:off x="36296" y="952904"/>
        <a:ext cx="6516668" cy="670943"/>
      </dsp:txXfrm>
    </dsp:sp>
    <dsp:sp modelId="{E877DAE1-E128-4489-9ACF-CCEF9E9D08B3}">
      <dsp:nvSpPr>
        <dsp:cNvPr id="0" name=""/>
        <dsp:cNvSpPr/>
      </dsp:nvSpPr>
      <dsp:spPr>
        <a:xfrm>
          <a:off x="0" y="1749423"/>
          <a:ext cx="6589260" cy="743535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100" b="0" i="0" kern="1200" baseline="0" dirty="0"/>
            <a:t>Kybernetické bezpečnostní incidenty</a:t>
          </a:r>
          <a:endParaRPr lang="en-US" sz="3100" kern="1200" dirty="0"/>
        </a:p>
      </dsp:txBody>
      <dsp:txXfrm>
        <a:off x="36296" y="1785719"/>
        <a:ext cx="6516668" cy="670943"/>
      </dsp:txXfrm>
    </dsp:sp>
    <dsp:sp modelId="{366A310A-F15F-4187-9DFF-857F47A1F7A0}">
      <dsp:nvSpPr>
        <dsp:cNvPr id="0" name=""/>
        <dsp:cNvSpPr/>
      </dsp:nvSpPr>
      <dsp:spPr>
        <a:xfrm>
          <a:off x="0" y="2582238"/>
          <a:ext cx="6589260" cy="743535"/>
        </a:xfrm>
        <a:prstGeom prst="roundRect">
          <a:avLst/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100" b="0" i="0" kern="1200" baseline="0" dirty="0"/>
            <a:t>Kybernetický útok (</a:t>
          </a:r>
          <a:r>
            <a:rPr lang="cs-CZ" sz="3100" b="0" i="0" kern="1200" baseline="0" dirty="0" err="1"/>
            <a:t>Cyber</a:t>
          </a:r>
          <a:r>
            <a:rPr lang="cs-CZ" sz="3100" b="0" i="0" kern="1200" baseline="0" dirty="0"/>
            <a:t> </a:t>
          </a:r>
          <a:r>
            <a:rPr lang="cs-CZ" sz="3100" b="0" i="0" kern="1200" baseline="0" dirty="0" err="1"/>
            <a:t>Attack</a:t>
          </a:r>
          <a:r>
            <a:rPr lang="cs-CZ" sz="3100" b="0" i="0" kern="1200" baseline="0" dirty="0"/>
            <a:t>)</a:t>
          </a:r>
          <a:endParaRPr lang="en-US" sz="3100" kern="1200" dirty="0"/>
        </a:p>
      </dsp:txBody>
      <dsp:txXfrm>
        <a:off x="36296" y="2618534"/>
        <a:ext cx="6516668" cy="670943"/>
      </dsp:txXfrm>
    </dsp:sp>
    <dsp:sp modelId="{4F963B91-E9E8-47D1-BC60-2D43A7EE9637}">
      <dsp:nvSpPr>
        <dsp:cNvPr id="0" name=""/>
        <dsp:cNvSpPr/>
      </dsp:nvSpPr>
      <dsp:spPr>
        <a:xfrm>
          <a:off x="0" y="3325773"/>
          <a:ext cx="6589260" cy="1090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209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cs-CZ" sz="2400" kern="1200" dirty="0"/>
            <a:t>jakékoli úmyslné jednání útočníka v kyberprostoru, které směřuje proti zájmům jiné osoby či organizace</a:t>
          </a:r>
          <a:endParaRPr lang="en-US" sz="2400" kern="1200" dirty="0"/>
        </a:p>
      </dsp:txBody>
      <dsp:txXfrm>
        <a:off x="0" y="3325773"/>
        <a:ext cx="6589260" cy="1090890"/>
      </dsp:txXfrm>
    </dsp:sp>
    <dsp:sp modelId="{A97DC4B8-B7CA-49DB-BF72-0F3AA6BD19BB}">
      <dsp:nvSpPr>
        <dsp:cNvPr id="0" name=""/>
        <dsp:cNvSpPr/>
      </dsp:nvSpPr>
      <dsp:spPr>
        <a:xfrm>
          <a:off x="0" y="4416664"/>
          <a:ext cx="6589260" cy="743535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100" b="0" i="0" kern="1200" baseline="0"/>
            <a:t>Kyberkriminalita (Cybercrime)</a:t>
          </a:r>
          <a:endParaRPr lang="en-US" sz="3100" kern="1200"/>
        </a:p>
      </dsp:txBody>
      <dsp:txXfrm>
        <a:off x="36296" y="4452960"/>
        <a:ext cx="6516668" cy="670943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F89577-F87A-45BF-A833-9A5EB0B518A9}">
      <dsp:nvSpPr>
        <dsp:cNvPr id="0" name=""/>
        <dsp:cNvSpPr/>
      </dsp:nvSpPr>
      <dsp:spPr>
        <a:xfrm>
          <a:off x="0" y="25698"/>
          <a:ext cx="6589260" cy="69556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900" b="0" i="0" kern="1200" baseline="0" dirty="0"/>
            <a:t>Kybernetické hrozby (</a:t>
          </a:r>
          <a:r>
            <a:rPr lang="cs-CZ" sz="2900" b="0" i="0" kern="1200" baseline="0" dirty="0" err="1"/>
            <a:t>Threat</a:t>
          </a:r>
          <a:r>
            <a:rPr lang="cs-CZ" sz="2900" b="0" i="0" kern="1200" baseline="0" dirty="0"/>
            <a:t>)</a:t>
          </a:r>
          <a:endParaRPr lang="en-US" sz="2900" kern="1200" dirty="0"/>
        </a:p>
      </dsp:txBody>
      <dsp:txXfrm>
        <a:off x="33955" y="59653"/>
        <a:ext cx="6521350" cy="627655"/>
      </dsp:txXfrm>
    </dsp:sp>
    <dsp:sp modelId="{CC267D91-2D29-455D-9ACA-62412606F357}">
      <dsp:nvSpPr>
        <dsp:cNvPr id="0" name=""/>
        <dsp:cNvSpPr/>
      </dsp:nvSpPr>
      <dsp:spPr>
        <a:xfrm>
          <a:off x="0" y="804783"/>
          <a:ext cx="6589260" cy="695565"/>
        </a:xfrm>
        <a:prstGeom prst="roundRect">
          <a:avLst/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900" b="0" i="0" kern="1200" baseline="0" dirty="0"/>
            <a:t>Kybernetické bezpečnostní události</a:t>
          </a:r>
          <a:endParaRPr lang="en-US" sz="2900" kern="1200" dirty="0"/>
        </a:p>
      </dsp:txBody>
      <dsp:txXfrm>
        <a:off x="33955" y="838738"/>
        <a:ext cx="6521350" cy="627655"/>
      </dsp:txXfrm>
    </dsp:sp>
    <dsp:sp modelId="{E877DAE1-E128-4489-9ACF-CCEF9E9D08B3}">
      <dsp:nvSpPr>
        <dsp:cNvPr id="0" name=""/>
        <dsp:cNvSpPr/>
      </dsp:nvSpPr>
      <dsp:spPr>
        <a:xfrm>
          <a:off x="0" y="1583868"/>
          <a:ext cx="6589260" cy="695565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900" b="0" i="0" kern="1200" baseline="0" dirty="0"/>
            <a:t>Kybernetické bezpečnostní incidenty</a:t>
          </a:r>
          <a:endParaRPr lang="en-US" sz="2900" kern="1200" dirty="0"/>
        </a:p>
      </dsp:txBody>
      <dsp:txXfrm>
        <a:off x="33955" y="1617823"/>
        <a:ext cx="6521350" cy="627655"/>
      </dsp:txXfrm>
    </dsp:sp>
    <dsp:sp modelId="{366A310A-F15F-4187-9DFF-857F47A1F7A0}">
      <dsp:nvSpPr>
        <dsp:cNvPr id="0" name=""/>
        <dsp:cNvSpPr/>
      </dsp:nvSpPr>
      <dsp:spPr>
        <a:xfrm>
          <a:off x="0" y="2362953"/>
          <a:ext cx="6589260" cy="695565"/>
        </a:xfrm>
        <a:prstGeom prst="roundRect">
          <a:avLst/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900" b="0" i="0" kern="1200" baseline="0" dirty="0"/>
            <a:t>Kybernetický útok (</a:t>
          </a:r>
          <a:r>
            <a:rPr lang="cs-CZ" sz="2900" b="0" i="0" kern="1200" baseline="0" dirty="0" err="1"/>
            <a:t>Cyber</a:t>
          </a:r>
          <a:r>
            <a:rPr lang="cs-CZ" sz="2900" b="0" i="0" kern="1200" baseline="0" dirty="0"/>
            <a:t> </a:t>
          </a:r>
          <a:r>
            <a:rPr lang="cs-CZ" sz="2900" b="0" i="0" kern="1200" baseline="0" dirty="0" err="1"/>
            <a:t>Attack</a:t>
          </a:r>
          <a:r>
            <a:rPr lang="cs-CZ" sz="2900" b="0" i="0" kern="1200" baseline="0" dirty="0"/>
            <a:t>)</a:t>
          </a:r>
          <a:endParaRPr lang="en-US" sz="2900" kern="1200" dirty="0"/>
        </a:p>
      </dsp:txBody>
      <dsp:txXfrm>
        <a:off x="33955" y="2396908"/>
        <a:ext cx="6521350" cy="627655"/>
      </dsp:txXfrm>
    </dsp:sp>
    <dsp:sp modelId="{A97DC4B8-B7CA-49DB-BF72-0F3AA6BD19BB}">
      <dsp:nvSpPr>
        <dsp:cNvPr id="0" name=""/>
        <dsp:cNvSpPr/>
      </dsp:nvSpPr>
      <dsp:spPr>
        <a:xfrm>
          <a:off x="0" y="3142039"/>
          <a:ext cx="6589260" cy="695565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900" b="0" i="0" kern="1200" baseline="0" dirty="0" err="1"/>
            <a:t>Kyberkriminalita</a:t>
          </a:r>
          <a:r>
            <a:rPr lang="cs-CZ" sz="2900" b="0" i="0" kern="1200" baseline="0" dirty="0"/>
            <a:t> (</a:t>
          </a:r>
          <a:r>
            <a:rPr lang="cs-CZ" sz="2900" b="0" i="0" kern="1200" baseline="0" dirty="0" err="1"/>
            <a:t>Cybercrime</a:t>
          </a:r>
          <a:r>
            <a:rPr lang="cs-CZ" sz="2900" b="0" i="0" kern="1200" baseline="0" dirty="0"/>
            <a:t>)</a:t>
          </a:r>
          <a:endParaRPr lang="en-US" sz="2900" kern="1200" dirty="0"/>
        </a:p>
      </dsp:txBody>
      <dsp:txXfrm>
        <a:off x="33955" y="3175994"/>
        <a:ext cx="6521350" cy="627655"/>
      </dsp:txXfrm>
    </dsp:sp>
    <dsp:sp modelId="{F715E763-2CB8-4954-B2C8-911304D589E8}">
      <dsp:nvSpPr>
        <dsp:cNvPr id="0" name=""/>
        <dsp:cNvSpPr/>
      </dsp:nvSpPr>
      <dsp:spPr>
        <a:xfrm>
          <a:off x="0" y="3837604"/>
          <a:ext cx="6589260" cy="1380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209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cs-CZ" sz="2300" kern="1200" dirty="0"/>
            <a:t>jednání namířené proti počítačovému systému, počítačové síti, datům či uživatelům nebo jako jednání, při němž je počítačový systém použit jako nástroj pro spáchání trestného činu</a:t>
          </a:r>
          <a:endParaRPr lang="en-US" sz="2300" kern="1200" dirty="0"/>
        </a:p>
      </dsp:txBody>
      <dsp:txXfrm>
        <a:off x="0" y="3837604"/>
        <a:ext cx="6589260" cy="13806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2CDB63-4C3F-4A42-BF8A-E504D14F13FB}" type="datetimeFigureOut">
              <a:rPr lang="cs-CZ" smtClean="0"/>
              <a:t>15.01.2024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188FE3-AD7F-4660-BAF9-3658FB7F726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32463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O čí bezpečnost se jedná (mezinárodní organizace, stát, organizace, jednotlivec aj.)?</a:t>
            </a:r>
          </a:p>
          <a:p>
            <a:r>
              <a:rPr lang="cs-CZ" dirty="0"/>
              <a:t>• Jaké hodnoty jsou chráněny (organizace, osoby, data aj.)? </a:t>
            </a:r>
          </a:p>
          <a:p>
            <a:r>
              <a:rPr lang="cs-CZ" dirty="0"/>
              <a:t>• Před čím jsou (mají být) tyto hodnoty chráněny (fyzické, kybernetické, kombinované útoky aj.)? </a:t>
            </a:r>
          </a:p>
          <a:p>
            <a:r>
              <a:rPr lang="cs-CZ" dirty="0"/>
              <a:t>• Jaké prostředky je třeba vynaložit k ochraně těchto hodnot?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88FE3-AD7F-4660-BAF9-3658FB7F7268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84648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B708C41-83F2-B305-CC5D-1122F0DFCF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1CFD526-FD85-EFC4-F5F8-005F19BD24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E852891-DE2A-3B32-27CF-90EB88E33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EFF31-D7B3-4AD6-AA92-73FB7E01762E}" type="datetimeFigureOut">
              <a:rPr lang="cs-CZ" smtClean="0"/>
              <a:t>15.01.2024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752E1C4-22BF-10E3-2B85-C18B9F936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9824518-A8D2-82A3-92AC-D40B0BDB4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B7AE4-2EA8-44CE-88EE-8169F9010D2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699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8DA67DF-3A44-8969-B46D-485C32337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30C0BED-4CE9-2B8F-3FF7-0700A6102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0FF9A9F-B6E8-2DD4-C3DA-9D4C0BB15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EFF31-D7B3-4AD6-AA92-73FB7E01762E}" type="datetimeFigureOut">
              <a:rPr lang="cs-CZ" smtClean="0"/>
              <a:t>15.01.2024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7691837-7E48-A2DD-B2D1-CF9C3AFFA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BC28AD6-3735-959B-4E74-ABE1E1441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B7AE4-2EA8-44CE-88EE-8169F9010D2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29578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FA2154F-4C24-8CE3-1B9F-B3DB80CA5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FCB33B1-60F6-F8FE-F308-87DDAC002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C8349C9-70AC-2747-C3A6-D70A54EB8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EFF31-D7B3-4AD6-AA92-73FB7E01762E}" type="datetimeFigureOut">
              <a:rPr lang="cs-CZ" smtClean="0"/>
              <a:t>15.01.2024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56DA300-C6F1-CF9E-4F63-71E548D61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0B3D3B9-29C1-E46E-BE85-7CB3C823D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B7AE4-2EA8-44CE-88EE-8169F9010D2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0727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C70D53A-0523-129B-421D-64B5A97F1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B319F0B-CB96-57C1-DE35-A333A9E58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0B94436-ABF9-A0AC-112F-306D600BC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91AA9A2-EFF5-CEB4-548B-F150CCD3C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EFF31-D7B3-4AD6-AA92-73FB7E01762E}" type="datetimeFigureOut">
              <a:rPr lang="cs-CZ" smtClean="0"/>
              <a:t>15.01.2024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AE8196A-D39B-12F5-18BA-06988048F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DE19CC2-1DA4-481E-A3E2-6B493620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B7AE4-2EA8-44CE-88EE-8169F9010D2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56987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D7BB65-E89C-B3DB-1DEB-522100BF4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8B41966-4D8D-6C11-ABDD-790F83436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EC11248-4FCD-014C-0037-B18CACCF9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779AD065-E425-A20F-9A22-10A93F7B10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7E2B8A7D-FB08-2207-E6EB-6B2869A180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4041EA9F-08C8-033B-79CF-4A41C5E25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EFF31-D7B3-4AD6-AA92-73FB7E01762E}" type="datetimeFigureOut">
              <a:rPr lang="cs-CZ" smtClean="0"/>
              <a:t>15.01.2024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7873344-3F2F-8986-0FBD-7A16E43F8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081D571-E28A-6843-6412-C44D2296D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B7AE4-2EA8-44CE-88EE-8169F9010D2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01245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2A9D594-8B95-DABD-3DA3-689C23532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46387D36-9843-149C-8AA5-F101033F7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EFF31-D7B3-4AD6-AA92-73FB7E01762E}" type="datetimeFigureOut">
              <a:rPr lang="cs-CZ" smtClean="0"/>
              <a:t>15.01.2024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AC85713-98DE-E1E1-9D26-283BE6D69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E15744A-3CB8-8809-3A31-22FD23407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B7AE4-2EA8-44CE-88EE-8169F9010D2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6858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FA61F50F-D889-1673-11BA-B47D6708A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EFF31-D7B3-4AD6-AA92-73FB7E01762E}" type="datetimeFigureOut">
              <a:rPr lang="cs-CZ" smtClean="0"/>
              <a:t>15.01.2024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46D964B-328B-557C-04CF-07A3FDF59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B23C06E-E3D2-94B6-1056-154B9D9B4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B7AE4-2EA8-44CE-88EE-8169F9010D2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10528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400396C-BF45-F425-1812-6C45D7472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7F760B5-0F85-8942-3604-FCA0BCF15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A7E7A91-1056-F6CC-E7ED-4BA3831E7B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7101998-0DBE-BAA2-1DD7-1C1D3180B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EFF31-D7B3-4AD6-AA92-73FB7E01762E}" type="datetimeFigureOut">
              <a:rPr lang="cs-CZ" smtClean="0"/>
              <a:t>15.01.2024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6D3C8A7-0715-5767-1CC7-24509CC7C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45C780A-0275-9588-4FEF-1E14562EF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B7AE4-2EA8-44CE-88EE-8169F9010D2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44552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6D2293-C92C-3CBB-6AFF-BDE6D75A2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095A2E5F-B3B5-A0F0-04AA-6F3632333F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D1F41C88-ECD3-FC9D-3AF5-214BA8C013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C252F9FC-085A-D2F7-7A69-FEB4CBEF5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EFF31-D7B3-4AD6-AA92-73FB7E01762E}" type="datetimeFigureOut">
              <a:rPr lang="cs-CZ" smtClean="0"/>
              <a:t>15.01.2024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DBDE3C5-E5D7-6147-8223-7DDDFA356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CC6769D-3EEC-21EC-A291-E0203F705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B7AE4-2EA8-44CE-88EE-8169F9010D2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226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3767833-125E-3F9A-B27C-942E8D419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19D00787-FC11-D699-17D4-809E363FDD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2F862E7-E30C-29E1-B960-50FB7025B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EFF31-D7B3-4AD6-AA92-73FB7E01762E}" type="datetimeFigureOut">
              <a:rPr lang="cs-CZ" smtClean="0"/>
              <a:t>15.01.2024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0A04AC3-8088-2EE8-2F13-A1600761D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911F007-F4CA-0C06-5739-EFC81B035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B7AE4-2EA8-44CE-88EE-8169F9010D2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67915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B4E0626A-E93F-BB39-C4D6-6483A371E7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645DF3CE-617A-49EA-C98D-FD91917CC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FE2C443-4462-6A53-9914-1E7D854A8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EFF31-D7B3-4AD6-AA92-73FB7E01762E}" type="datetimeFigureOut">
              <a:rPr lang="cs-CZ" smtClean="0"/>
              <a:t>15.01.2024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C41CA6E-F156-98E3-4CFD-6499BACFF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6862144-6662-B312-B047-DE0CAC06B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B7AE4-2EA8-44CE-88EE-8169F9010D2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855855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49FC0D8-8DFF-60C2-6E49-8760ED206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1BD8F88-9697-F448-792A-61995A1869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D26273C-5080-1CB0-63ED-168A95AE6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5B6A-9A1F-4386-8355-61F3C5F381A7}" type="datetimeFigureOut">
              <a:rPr lang="cs-CZ" smtClean="0"/>
              <a:t>15.01.2024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F52F35A-CE9A-0E63-A3E1-3DA832E99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362E660-6738-B4DF-006E-27F1EA741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C0C1C-510E-420C-97A1-E589709E5BF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59297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07EF33C8-59DC-CA66-E33F-656185B07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FC044F4-AF2D-A1D5-9BEE-89FCDE7F1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A1ACFA2-EBBD-9447-8796-F431622E1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0EFF31-D7B3-4AD6-AA92-73FB7E01762E}" type="datetimeFigureOut">
              <a:rPr lang="cs-CZ" smtClean="0"/>
              <a:t>15.01.2024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109A21B-E222-14DF-1C75-520D1DB89C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3CB70C6-D267-8F40-6850-DC34481FB3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B7AE4-2EA8-44CE-88EE-8169F9010D2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1084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3C96DF-1974-9750-82CC-127AB1BCEE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858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5" y="-1524511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49700C5-8548-8930-FCE7-B439EFFDFA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553" y="3091928"/>
            <a:ext cx="9078562" cy="2387600"/>
          </a:xfrm>
        </p:spPr>
        <p:txBody>
          <a:bodyPr>
            <a:normAutofit/>
          </a:bodyPr>
          <a:lstStyle/>
          <a:p>
            <a:pPr algn="l"/>
            <a:r>
              <a:rPr lang="cs-CZ" sz="6600" b="0" i="0" u="none" strike="noStrike" kern="1400" baseline="0" dirty="0">
                <a:solidFill>
                  <a:schemeClr val="bg1"/>
                </a:solidFill>
                <a:latin typeface="Avenir Next LT Pro Demi" panose="020B0604020202020204" pitchFamily="34" charset="-18"/>
                <a:ea typeface="STZhongsong" panose="020B0503020204020204" pitchFamily="2" charset="-122"/>
              </a:rPr>
              <a:t>Kyberbezpečnost</a:t>
            </a:r>
            <a:endParaRPr lang="cs-CZ" sz="6600" dirty="0">
              <a:solidFill>
                <a:schemeClr val="bg1"/>
              </a:solidFill>
              <a:latin typeface="Avenir Next LT Pro Demi" panose="020B0604020202020204" pitchFamily="34" charset="-18"/>
              <a:ea typeface="STZhongsong" panose="020B0503020204020204" pitchFamily="2" charset="-122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708AD40-7307-2F45-A9A2-92546F358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553" y="5624945"/>
            <a:ext cx="9078562" cy="592975"/>
          </a:xfrm>
        </p:spPr>
        <p:txBody>
          <a:bodyPr anchor="ctr">
            <a:normAutofit/>
          </a:bodyPr>
          <a:lstStyle/>
          <a:p>
            <a:pPr algn="l"/>
            <a:r>
              <a:rPr lang="cs-CZ" dirty="0">
                <a:solidFill>
                  <a:schemeClr val="bg1"/>
                </a:solidFill>
                <a:latin typeface="Avenir Next LT Pro Demi" panose="020B0704020202020204" pitchFamily="34" charset="-18"/>
              </a:rPr>
              <a:t>Základní pojmy: Kyberprostor, Bezpečnost, Incidenty</a:t>
            </a:r>
          </a:p>
        </p:txBody>
      </p:sp>
    </p:spTree>
    <p:extLst>
      <p:ext uri="{BB962C8B-B14F-4D97-AF65-F5344CB8AC3E}">
        <p14:creationId xmlns:p14="http://schemas.microsoft.com/office/powerpoint/2010/main" val="81036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E474DAA-2D5B-BFF6-B6EA-ECA875CD5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 algn="r"/>
            <a:r>
              <a:rPr lang="en-US" sz="4000" b="0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Kyberprostor (Cyberspace)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A3306DE-7599-3D14-53E4-ED9C76234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 „</a:t>
            </a:r>
            <a:r>
              <a:rPr lang="en-US" dirty="0" err="1"/>
              <a:t>kybernetickým</a:t>
            </a:r>
            <a:r>
              <a:rPr lang="en-US" dirty="0"/>
              <a:t> </a:t>
            </a:r>
            <a:r>
              <a:rPr lang="en-US" dirty="0" err="1"/>
              <a:t>prostorem</a:t>
            </a:r>
            <a:r>
              <a:rPr lang="en-US" dirty="0"/>
              <a:t> je </a:t>
            </a:r>
            <a:r>
              <a:rPr lang="en-US" dirty="0" err="1"/>
              <a:t>digitální</a:t>
            </a:r>
            <a:r>
              <a:rPr lang="en-US" dirty="0"/>
              <a:t> </a:t>
            </a:r>
            <a:r>
              <a:rPr lang="en-US" dirty="0" err="1"/>
              <a:t>prostředí</a:t>
            </a:r>
            <a:r>
              <a:rPr lang="en-US" dirty="0"/>
              <a:t> </a:t>
            </a:r>
            <a:r>
              <a:rPr lang="en-US" dirty="0" err="1"/>
              <a:t>umožňující</a:t>
            </a:r>
            <a:r>
              <a:rPr lang="en-US" dirty="0"/>
              <a:t> </a:t>
            </a:r>
            <a:r>
              <a:rPr lang="en-US" dirty="0" err="1"/>
              <a:t>vznik</a:t>
            </a:r>
            <a:r>
              <a:rPr lang="en-US" dirty="0"/>
              <a:t>, </a:t>
            </a:r>
            <a:r>
              <a:rPr lang="en-US" dirty="0" err="1"/>
              <a:t>zpracování</a:t>
            </a:r>
            <a:r>
              <a:rPr lang="en-US" dirty="0"/>
              <a:t> a </a:t>
            </a:r>
            <a:r>
              <a:rPr lang="en-US" dirty="0" err="1"/>
              <a:t>výměnu</a:t>
            </a:r>
            <a:r>
              <a:rPr lang="en-US" dirty="0"/>
              <a:t> </a:t>
            </a:r>
            <a:r>
              <a:rPr lang="en-US" dirty="0" err="1"/>
              <a:t>informací</a:t>
            </a:r>
            <a:r>
              <a:rPr lang="en-US" dirty="0"/>
              <a:t>, </a:t>
            </a:r>
            <a:r>
              <a:rPr lang="en-US" dirty="0" err="1"/>
              <a:t>tvořené</a:t>
            </a:r>
            <a:r>
              <a:rPr lang="en-US" dirty="0"/>
              <a:t> </a:t>
            </a:r>
            <a:r>
              <a:rPr lang="en-US" dirty="0" err="1"/>
              <a:t>informačními</a:t>
            </a:r>
            <a:r>
              <a:rPr lang="en-US" dirty="0"/>
              <a:t> </a:t>
            </a:r>
            <a:r>
              <a:rPr lang="en-US" dirty="0" err="1"/>
              <a:t>systémy</a:t>
            </a:r>
            <a:r>
              <a:rPr lang="en-US" dirty="0"/>
              <a:t>, a </a:t>
            </a:r>
            <a:r>
              <a:rPr lang="en-US" dirty="0" err="1"/>
              <a:t>službami</a:t>
            </a:r>
            <a:r>
              <a:rPr lang="cs-CZ" dirty="0"/>
              <a:t> </a:t>
            </a:r>
            <a:r>
              <a:rPr lang="en-US" dirty="0"/>
              <a:t>a </a:t>
            </a:r>
            <a:r>
              <a:rPr lang="en-US" dirty="0" err="1"/>
              <a:t>sítěmi</a:t>
            </a:r>
            <a:r>
              <a:rPr lang="en-US" dirty="0"/>
              <a:t> </a:t>
            </a:r>
            <a:r>
              <a:rPr lang="en-US" dirty="0" err="1"/>
              <a:t>elektronických</a:t>
            </a:r>
            <a:r>
              <a:rPr lang="en-US" dirty="0"/>
              <a:t> </a:t>
            </a:r>
            <a:r>
              <a:rPr lang="en-US" dirty="0" err="1"/>
              <a:t>komunikací</a:t>
            </a:r>
            <a:r>
              <a:rPr lang="en-US" dirty="0"/>
              <a:t>.“</a:t>
            </a:r>
            <a:endParaRPr lang="cs-CZ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§ 2 </a:t>
            </a:r>
            <a:r>
              <a:rPr lang="en-US" sz="1400" dirty="0" err="1"/>
              <a:t>písm</a:t>
            </a:r>
            <a:r>
              <a:rPr lang="en-US" sz="1400" dirty="0"/>
              <a:t>. a) </a:t>
            </a:r>
            <a:r>
              <a:rPr lang="en-US" sz="1400" dirty="0" err="1"/>
              <a:t>zákona</a:t>
            </a:r>
            <a:r>
              <a:rPr lang="cs-CZ" sz="1400" dirty="0"/>
              <a:t> </a:t>
            </a:r>
            <a:r>
              <a:rPr lang="en-US" sz="1400" dirty="0"/>
              <a:t>o </a:t>
            </a:r>
            <a:r>
              <a:rPr lang="en-US" sz="1400" dirty="0" err="1"/>
              <a:t>kybernetické</a:t>
            </a:r>
            <a:r>
              <a:rPr lang="en-US" sz="1400" dirty="0"/>
              <a:t> </a:t>
            </a:r>
            <a:r>
              <a:rPr lang="en-US" sz="1400" dirty="0" err="1"/>
              <a:t>bezpečnosti</a:t>
            </a:r>
            <a:endParaRPr lang="cs-CZ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 err="1"/>
              <a:t>Zákon</a:t>
            </a:r>
            <a:r>
              <a:rPr lang="en-US" sz="1400" dirty="0"/>
              <a:t> o </a:t>
            </a:r>
            <a:r>
              <a:rPr lang="en-US" sz="1400" dirty="0" err="1"/>
              <a:t>kybernetické</a:t>
            </a:r>
            <a:r>
              <a:rPr lang="en-US" sz="1400" dirty="0"/>
              <a:t> </a:t>
            </a:r>
            <a:r>
              <a:rPr lang="en-US" sz="1400" dirty="0" err="1"/>
              <a:t>bezpečnosti</a:t>
            </a:r>
            <a:r>
              <a:rPr lang="en-US" sz="1400" dirty="0"/>
              <a:t> </a:t>
            </a:r>
            <a:r>
              <a:rPr lang="en-US" sz="1400" dirty="0" err="1"/>
              <a:t>byl</a:t>
            </a:r>
            <a:r>
              <a:rPr lang="en-US" sz="1400" dirty="0"/>
              <a:t> </a:t>
            </a:r>
            <a:r>
              <a:rPr lang="en-US" sz="1400" dirty="0" err="1"/>
              <a:t>vydán</a:t>
            </a:r>
            <a:r>
              <a:rPr lang="en-US" sz="1400" dirty="0"/>
              <a:t> </a:t>
            </a:r>
            <a:r>
              <a:rPr lang="en-US" sz="1400" dirty="0" err="1"/>
              <a:t>dne</a:t>
            </a:r>
            <a:r>
              <a:rPr lang="en-US" sz="1400" dirty="0"/>
              <a:t> 23. </a:t>
            </a:r>
            <a:r>
              <a:rPr lang="en-US" sz="1400" dirty="0" err="1"/>
              <a:t>července</a:t>
            </a:r>
            <a:r>
              <a:rPr lang="en-US" sz="1400" dirty="0"/>
              <a:t> 2014. </a:t>
            </a:r>
            <a:r>
              <a:rPr lang="en-US" sz="1400" dirty="0" err="1"/>
              <a:t>Má</a:t>
            </a:r>
            <a:r>
              <a:rPr lang="en-US" sz="1400" dirty="0"/>
              <a:t> </a:t>
            </a:r>
            <a:r>
              <a:rPr lang="en-US" sz="1400" dirty="0" err="1"/>
              <a:t>číslo</a:t>
            </a:r>
            <a:r>
              <a:rPr lang="en-US" sz="1400" dirty="0"/>
              <a:t> 181/2014 Sb12. </a:t>
            </a:r>
            <a:r>
              <a:rPr lang="en-US" sz="1400" dirty="0" err="1"/>
              <a:t>Platnost</a:t>
            </a:r>
            <a:r>
              <a:rPr lang="en-US" sz="1400" dirty="0"/>
              <a:t> </a:t>
            </a:r>
            <a:r>
              <a:rPr lang="en-US" sz="1400" dirty="0" err="1"/>
              <a:t>zákona</a:t>
            </a:r>
            <a:r>
              <a:rPr lang="en-US" sz="1400" dirty="0"/>
              <a:t> </a:t>
            </a:r>
            <a:r>
              <a:rPr lang="en-US" sz="1400" dirty="0" err="1"/>
              <a:t>začala</a:t>
            </a:r>
            <a:r>
              <a:rPr lang="en-US" sz="1400" dirty="0"/>
              <a:t> od 29. </a:t>
            </a:r>
            <a:r>
              <a:rPr lang="en-US" sz="1400" dirty="0" err="1"/>
              <a:t>srpna</a:t>
            </a:r>
            <a:r>
              <a:rPr lang="en-US" sz="1400" dirty="0"/>
              <a:t> 2014 a </a:t>
            </a:r>
            <a:r>
              <a:rPr lang="en-US" sz="1400" dirty="0" err="1"/>
              <a:t>účinnost</a:t>
            </a:r>
            <a:r>
              <a:rPr lang="en-US" sz="1400" dirty="0"/>
              <a:t> od 1. </a:t>
            </a:r>
            <a:r>
              <a:rPr lang="en-US" sz="1400" dirty="0" err="1"/>
              <a:t>ledna</a:t>
            </a:r>
            <a:r>
              <a:rPr lang="en-US" sz="1400" dirty="0"/>
              <a:t> 2015. </a:t>
            </a:r>
            <a:r>
              <a:rPr lang="en-US" sz="1400" dirty="0" err="1"/>
              <a:t>Aktuální</a:t>
            </a:r>
            <a:r>
              <a:rPr lang="en-US" sz="1400" dirty="0"/>
              <a:t> </a:t>
            </a:r>
            <a:r>
              <a:rPr lang="en-US" sz="1400" dirty="0" err="1"/>
              <a:t>znění</a:t>
            </a:r>
            <a:r>
              <a:rPr lang="en-US" sz="1400" dirty="0"/>
              <a:t> </a:t>
            </a:r>
            <a:r>
              <a:rPr lang="en-US" sz="1400" dirty="0" err="1"/>
              <a:t>zákona</a:t>
            </a:r>
            <a:r>
              <a:rPr lang="en-US" sz="1400" dirty="0"/>
              <a:t> je </a:t>
            </a:r>
            <a:r>
              <a:rPr lang="en-US" sz="1400" dirty="0" err="1"/>
              <a:t>účinné</a:t>
            </a:r>
            <a:r>
              <a:rPr lang="en-US" sz="1400" dirty="0"/>
              <a:t> od 6. </a:t>
            </a:r>
            <a:r>
              <a:rPr lang="en-US" sz="1400" dirty="0" err="1"/>
              <a:t>srpna</a:t>
            </a:r>
            <a:r>
              <a:rPr lang="en-US" sz="1400" dirty="0"/>
              <a:t> 2022.</a:t>
            </a:r>
          </a:p>
        </p:txBody>
      </p:sp>
    </p:spTree>
    <p:extLst>
      <p:ext uri="{BB962C8B-B14F-4D97-AF65-F5344CB8AC3E}">
        <p14:creationId xmlns:p14="http://schemas.microsoft.com/office/powerpoint/2010/main" val="3245266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E474DAA-2D5B-BFF6-B6EA-ECA875CD5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 algn="r"/>
            <a:r>
              <a:rPr lang="en-US" sz="4000" b="0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Kyberprostor (Cyberspace)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A3306DE-7599-3D14-53E4-ED9C76234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cs-CZ" dirty="0"/>
              <a:t>„</a:t>
            </a:r>
            <a:r>
              <a:rPr lang="en-US" dirty="0"/>
              <a:t> </a:t>
            </a:r>
            <a:r>
              <a:rPr lang="en-US" dirty="0" err="1"/>
              <a:t>Kyberprostor</a:t>
            </a:r>
            <a:r>
              <a:rPr lang="en-US" dirty="0"/>
              <a:t> je </a:t>
            </a:r>
            <a:r>
              <a:rPr lang="en-US" dirty="0" err="1"/>
              <a:t>tvořen</a:t>
            </a:r>
            <a:r>
              <a:rPr lang="en-US" dirty="0"/>
              <a:t> </a:t>
            </a:r>
            <a:r>
              <a:rPr lang="en-US" dirty="0" err="1"/>
              <a:t>prvky</a:t>
            </a:r>
            <a:r>
              <a:rPr lang="en-US" dirty="0"/>
              <a:t> </a:t>
            </a:r>
            <a:r>
              <a:rPr lang="en-US" dirty="0" err="1"/>
              <a:t>informačních</a:t>
            </a:r>
            <a:r>
              <a:rPr lang="en-US" dirty="0"/>
              <a:t> a </a:t>
            </a:r>
            <a:r>
              <a:rPr lang="en-US" dirty="0" err="1"/>
              <a:t>komunikačních</a:t>
            </a:r>
            <a:r>
              <a:rPr lang="en-US" dirty="0"/>
              <a:t> </a:t>
            </a:r>
            <a:r>
              <a:rPr lang="en-US" dirty="0" err="1"/>
              <a:t>technologií</a:t>
            </a:r>
            <a:r>
              <a:rPr lang="en-US" dirty="0"/>
              <a:t>, </a:t>
            </a:r>
            <a:r>
              <a:rPr lang="en-US" dirty="0" err="1"/>
              <a:t>které</a:t>
            </a:r>
            <a:r>
              <a:rPr lang="en-US" dirty="0"/>
              <a:t> </a:t>
            </a:r>
            <a:r>
              <a:rPr lang="en-US" dirty="0" err="1"/>
              <a:t>vytvářejí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 err="1"/>
              <a:t>pomocí</a:t>
            </a:r>
            <a:r>
              <a:rPr lang="en-US" dirty="0"/>
              <a:t> </a:t>
            </a:r>
            <a:r>
              <a:rPr lang="en-US" dirty="0" err="1"/>
              <a:t>protokolu</a:t>
            </a:r>
            <a:r>
              <a:rPr lang="en-US" dirty="0"/>
              <a:t> TCP/IP </a:t>
            </a:r>
            <a:r>
              <a:rPr lang="en-US" dirty="0" err="1"/>
              <a:t>celosvětovou</a:t>
            </a:r>
            <a:r>
              <a:rPr lang="en-US" dirty="0"/>
              <a:t>, </a:t>
            </a:r>
            <a:r>
              <a:rPr lang="en-US" dirty="0" err="1"/>
              <a:t>globální</a:t>
            </a:r>
            <a:r>
              <a:rPr lang="en-US" dirty="0"/>
              <a:t> </a:t>
            </a:r>
            <a:r>
              <a:rPr lang="en-US" dirty="0" err="1"/>
              <a:t>počítačovou</a:t>
            </a:r>
            <a:r>
              <a:rPr lang="en-US" dirty="0"/>
              <a:t> </a:t>
            </a:r>
            <a:r>
              <a:rPr lang="en-US" dirty="0" err="1"/>
              <a:t>síť</a:t>
            </a:r>
            <a:r>
              <a:rPr lang="en-US" dirty="0"/>
              <a:t>, a </a:t>
            </a:r>
            <a:r>
              <a:rPr lang="en-US" dirty="0" err="1"/>
              <a:t>jednotlivými</a:t>
            </a:r>
            <a:r>
              <a:rPr lang="en-US" dirty="0"/>
              <a:t> </a:t>
            </a:r>
            <a:r>
              <a:rPr lang="en-US" dirty="0" err="1"/>
              <a:t>počítačovými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 err="1"/>
              <a:t>systémy</a:t>
            </a:r>
            <a:r>
              <a:rPr lang="en-US" dirty="0"/>
              <a:t>, </a:t>
            </a:r>
            <a:r>
              <a:rPr lang="en-US" dirty="0" err="1"/>
              <a:t>které</a:t>
            </a:r>
            <a:r>
              <a:rPr lang="en-US" dirty="0"/>
              <a:t> </a:t>
            </a:r>
            <a:r>
              <a:rPr lang="en-US" dirty="0" err="1"/>
              <a:t>jsou</a:t>
            </a:r>
            <a:r>
              <a:rPr lang="en-US" dirty="0"/>
              <a:t> do </a:t>
            </a:r>
            <a:r>
              <a:rPr lang="en-US" dirty="0" err="1"/>
              <a:t>této</a:t>
            </a:r>
            <a:r>
              <a:rPr lang="en-US" dirty="0"/>
              <a:t> </a:t>
            </a:r>
            <a:r>
              <a:rPr lang="en-US" dirty="0" err="1"/>
              <a:t>sítě</a:t>
            </a:r>
            <a:r>
              <a:rPr lang="en-US" dirty="0"/>
              <a:t> </a:t>
            </a:r>
            <a:r>
              <a:rPr lang="en-US" dirty="0" err="1"/>
              <a:t>připojeny</a:t>
            </a:r>
            <a:r>
              <a:rPr lang="en-US" dirty="0"/>
              <a:t> a </a:t>
            </a:r>
            <a:r>
              <a:rPr lang="en-US" dirty="0" err="1"/>
              <a:t>které</a:t>
            </a:r>
            <a:r>
              <a:rPr lang="en-US" dirty="0"/>
              <a:t> v</a:t>
            </a:r>
            <a:r>
              <a:rPr lang="cs-CZ" dirty="0"/>
              <a:t> </a:t>
            </a:r>
            <a:r>
              <a:rPr lang="en-US" dirty="0" err="1"/>
              <a:t>ní</a:t>
            </a:r>
            <a:r>
              <a:rPr lang="en-US" dirty="0"/>
              <a:t> </a:t>
            </a:r>
            <a:r>
              <a:rPr lang="en-US" dirty="0" err="1"/>
              <a:t>interagují</a:t>
            </a:r>
            <a:r>
              <a:rPr lang="en-US" dirty="0"/>
              <a:t>. </a:t>
            </a:r>
            <a:r>
              <a:rPr lang="en-US" dirty="0" err="1"/>
              <a:t>Vlastní</a:t>
            </a:r>
            <a:r>
              <a:rPr lang="en-US" dirty="0"/>
              <a:t> </a:t>
            </a:r>
            <a:r>
              <a:rPr lang="en-US" dirty="0" err="1"/>
              <a:t>interakce</a:t>
            </a:r>
            <a:r>
              <a:rPr lang="en-US" dirty="0"/>
              <a:t> </a:t>
            </a:r>
            <a:r>
              <a:rPr lang="en-US" dirty="0" err="1"/>
              <a:t>uvedených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 err="1"/>
              <a:t>systémů</a:t>
            </a:r>
            <a:r>
              <a:rPr lang="en-US" dirty="0"/>
              <a:t> </a:t>
            </a:r>
            <a:r>
              <a:rPr lang="en-US" dirty="0" err="1"/>
              <a:t>samozřejmě</a:t>
            </a:r>
            <a:r>
              <a:rPr lang="en-US" dirty="0"/>
              <a:t> </a:t>
            </a:r>
            <a:r>
              <a:rPr lang="en-US" dirty="0" err="1"/>
              <a:t>není</a:t>
            </a:r>
            <a:r>
              <a:rPr lang="en-US" dirty="0"/>
              <a:t> </a:t>
            </a:r>
            <a:r>
              <a:rPr lang="en-US" dirty="0" err="1"/>
              <a:t>možná</a:t>
            </a:r>
            <a:r>
              <a:rPr lang="en-US" dirty="0"/>
              <a:t> bez </a:t>
            </a:r>
            <a:r>
              <a:rPr lang="en-US" dirty="0" err="1"/>
              <a:t>zásahu</a:t>
            </a:r>
            <a:r>
              <a:rPr lang="en-US" dirty="0"/>
              <a:t> </a:t>
            </a:r>
            <a:r>
              <a:rPr lang="en-US" dirty="0" err="1"/>
              <a:t>jednotlivých</a:t>
            </a:r>
            <a:r>
              <a:rPr lang="en-US" dirty="0"/>
              <a:t> </a:t>
            </a:r>
            <a:r>
              <a:rPr lang="en-US" dirty="0" err="1"/>
              <a:t>uživatelů</a:t>
            </a:r>
            <a:r>
              <a:rPr lang="en-US" dirty="0"/>
              <a:t> (</a:t>
            </a:r>
            <a:r>
              <a:rPr lang="en-US" dirty="0" err="1"/>
              <a:t>administrátorů</a:t>
            </a:r>
            <a:r>
              <a:rPr lang="en-US" dirty="0"/>
              <a:t> </a:t>
            </a:r>
            <a:r>
              <a:rPr lang="en-US" dirty="0" err="1"/>
              <a:t>či</a:t>
            </a:r>
            <a:r>
              <a:rPr lang="en-US" dirty="0"/>
              <a:t> </a:t>
            </a:r>
            <a:r>
              <a:rPr lang="en-US" dirty="0" err="1"/>
              <a:t>koncových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 err="1"/>
              <a:t>uživatelů</a:t>
            </a:r>
            <a:r>
              <a:rPr lang="en-US" dirty="0"/>
              <a:t>).</a:t>
            </a:r>
            <a:r>
              <a:rPr lang="cs-CZ" dirty="0"/>
              <a:t>“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61017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E474DAA-2D5B-BFF6-B6EA-ECA875CD5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 algn="r"/>
            <a:r>
              <a:rPr lang="en-US" sz="4000" b="0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Kyberprostor (Cyberspace)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A3306DE-7599-3D14-53E4-ED9C76234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cs-CZ" dirty="0"/>
              <a:t>„Kyberprostor je virtuální realitou, nemající konec ani začátek. Tato virtuální realita je však zcela závislá na materiální podstatě, tedy technologiích nacházejících se ve světě reálném.“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31184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E474DAA-2D5B-BFF6-B6EA-ECA875CD5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 algn="r"/>
            <a:r>
              <a:rPr lang="en-US" sz="4000" b="0" i="0" u="none" strike="noStrike" kern="1200" baseline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Kyberprostor</a:t>
            </a:r>
            <a:r>
              <a:rPr lang="en-US" sz="4000" b="0" i="0" u="none" strike="noStrike" kern="1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(Cyberspace)</a:t>
            </a:r>
            <a:br>
              <a:rPr lang="cs-CZ" sz="4000" b="0" i="0" u="none" strike="noStrike" kern="1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cs-CZ" sz="4000" b="0" i="0" u="none" strike="noStrike" kern="1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cs-CZ" sz="4000" b="0" i="0" u="none" strike="noStrike" kern="1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ZNAKY</a:t>
            </a:r>
            <a:endParaRPr lang="en-US" sz="4000" b="0" i="0" u="none" strike="noStrike" kern="1200" baseline="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A3306DE-7599-3D14-53E4-ED9C76234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cs-CZ" dirty="0" err="1"/>
              <a:t>decentralizovanost</a:t>
            </a:r>
            <a:endParaRPr lang="cs-CZ" dirty="0"/>
          </a:p>
          <a:p>
            <a:pPr>
              <a:lnSpc>
                <a:spcPct val="150000"/>
              </a:lnSpc>
            </a:pPr>
            <a:r>
              <a:rPr lang="cs-CZ" dirty="0"/>
              <a:t>globálnost</a:t>
            </a:r>
          </a:p>
          <a:p>
            <a:pPr>
              <a:lnSpc>
                <a:spcPct val="150000"/>
              </a:lnSpc>
            </a:pPr>
            <a:r>
              <a:rPr lang="cs-CZ" dirty="0"/>
              <a:t>otevřenost</a:t>
            </a:r>
          </a:p>
          <a:p>
            <a:pPr>
              <a:lnSpc>
                <a:spcPct val="150000"/>
              </a:lnSpc>
            </a:pPr>
            <a:r>
              <a:rPr lang="cs-CZ" dirty="0"/>
              <a:t>bohatost na informace</a:t>
            </a:r>
          </a:p>
          <a:p>
            <a:pPr>
              <a:lnSpc>
                <a:spcPct val="150000"/>
              </a:lnSpc>
            </a:pPr>
            <a:r>
              <a:rPr lang="cs-CZ" dirty="0"/>
              <a:t>interaktivnost a možnost ovlivňování mínění skrze uživatele</a:t>
            </a:r>
          </a:p>
          <a:p>
            <a:pPr>
              <a:lnSpc>
                <a:spcPct val="150000"/>
              </a:lnSpc>
            </a:pPr>
            <a:r>
              <a:rPr lang="cs-CZ" dirty="0"/>
              <a:t>úroveň použitých technologií a služeb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135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E474DAA-2D5B-BFF6-B6EA-ECA875CD5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 algn="r"/>
            <a:r>
              <a:rPr lang="en-US" sz="4000" b="0" i="0" u="none" strike="noStrike" kern="1200" baseline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Kyberprostor</a:t>
            </a:r>
            <a:r>
              <a:rPr lang="en-US" sz="4000" b="0" i="0" u="none" strike="noStrike" kern="1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(Cyberspace)</a:t>
            </a:r>
            <a:br>
              <a:rPr lang="cs-CZ" sz="4000" b="0" i="0" u="none" strike="noStrike" kern="1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cs-CZ" sz="4000" b="0" i="0" u="none" strike="noStrike" kern="1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cs-CZ" sz="4000" b="0" i="0" u="none" strike="noStrike" kern="1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SLOŽKY (VRSTVY)</a:t>
            </a:r>
            <a:br>
              <a:rPr lang="cs-CZ" sz="4000" b="0" i="0" u="none" strike="noStrike" kern="1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000" b="0" i="0" u="none" strike="noStrike" kern="1200" baseline="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A3306DE-7599-3D14-53E4-ED9C76234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50000"/>
              </a:lnSpc>
            </a:pP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78AA98B-7F14-CDC4-3070-33F17A7AF8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20504"/>
              </p:ext>
            </p:extLst>
          </p:nvPr>
        </p:nvGraphicFramePr>
        <p:xfrm>
          <a:off x="48485" y="3693460"/>
          <a:ext cx="3989341" cy="30659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E540800-74E0-7CF0-835A-E484A4BAD8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7060756"/>
              </p:ext>
            </p:extLst>
          </p:nvPr>
        </p:nvGraphicFramePr>
        <p:xfrm>
          <a:off x="4086311" y="349863"/>
          <a:ext cx="7537794" cy="60509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747906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E474DAA-2D5B-BFF6-B6EA-ECA875CD5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 algn="r"/>
            <a:r>
              <a:rPr lang="en-US" sz="4000" b="0" i="0" u="none" strike="noStrike" kern="1200" baseline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Kyberprostor</a:t>
            </a:r>
            <a:r>
              <a:rPr lang="en-US" sz="4000" b="0" i="0" u="none" strike="noStrike" kern="1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(Cyberspace)</a:t>
            </a:r>
            <a:br>
              <a:rPr lang="cs-CZ" sz="4000" b="0" i="0" u="none" strike="noStrike" kern="1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cs-CZ" sz="4000" b="0" i="0" u="none" strike="noStrike" kern="1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cs-CZ" sz="4000" dirty="0">
                <a:solidFill>
                  <a:srgbClr val="FFFFFF"/>
                </a:solidFill>
              </a:rPr>
              <a:t>KOMPONENTY SLOŽEK</a:t>
            </a:r>
            <a:br>
              <a:rPr lang="cs-CZ" sz="4000" b="0" i="0" u="none" strike="noStrike" kern="1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000" b="0" i="0" u="none" strike="noStrike" kern="1200" baseline="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A3306DE-7599-3D14-53E4-ED9C76234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4810" y="10138"/>
            <a:ext cx="8008705" cy="6749250"/>
          </a:xfrm>
        </p:spPr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cs-CZ" b="1" dirty="0">
                <a:solidFill>
                  <a:schemeClr val="accent1"/>
                </a:solidFill>
              </a:rPr>
              <a:t>„</a:t>
            </a:r>
            <a:r>
              <a:rPr lang="cs-CZ" b="1" dirty="0" err="1">
                <a:solidFill>
                  <a:schemeClr val="accent1"/>
                </a:solidFill>
              </a:rPr>
              <a:t>Geographic</a:t>
            </a:r>
            <a:r>
              <a:rPr lang="cs-CZ" b="1" dirty="0">
                <a:solidFill>
                  <a:schemeClr val="accent1"/>
                </a:solidFill>
              </a:rPr>
              <a:t> </a:t>
            </a:r>
            <a:r>
              <a:rPr lang="cs-CZ" b="1" dirty="0" err="1">
                <a:solidFill>
                  <a:schemeClr val="accent1"/>
                </a:solidFill>
              </a:rPr>
              <a:t>component</a:t>
            </a:r>
            <a:r>
              <a:rPr lang="cs-CZ" b="1" dirty="0">
                <a:solidFill>
                  <a:schemeClr val="accent1"/>
                </a:solidFill>
              </a:rPr>
              <a:t>“</a:t>
            </a:r>
          </a:p>
          <a:p>
            <a:pPr lvl="1">
              <a:lnSpc>
                <a:spcPct val="150000"/>
              </a:lnSpc>
            </a:pPr>
            <a:r>
              <a:rPr lang="cs-CZ" dirty="0">
                <a:solidFill>
                  <a:schemeClr val="accent1"/>
                </a:solidFill>
              </a:rPr>
              <a:t>přesné umístění síťových prvků ve fyzickém světě</a:t>
            </a:r>
          </a:p>
          <a:p>
            <a:pPr>
              <a:lnSpc>
                <a:spcPct val="150000"/>
              </a:lnSpc>
            </a:pPr>
            <a:r>
              <a:rPr lang="cs-CZ" b="1" dirty="0">
                <a:solidFill>
                  <a:schemeClr val="accent1"/>
                </a:solidFill>
              </a:rPr>
              <a:t>Fyzické síťové komponenty</a:t>
            </a:r>
          </a:p>
          <a:p>
            <a:pPr lvl="1">
              <a:lnSpc>
                <a:spcPct val="150000"/>
              </a:lnSpc>
            </a:pPr>
            <a:r>
              <a:rPr lang="cs-CZ" dirty="0">
                <a:solidFill>
                  <a:schemeClr val="accent1"/>
                </a:solidFill>
              </a:rPr>
              <a:t>Infrastruktura = kabely, řídící prvky sítě (switch, router) a dalšího zařízení</a:t>
            </a:r>
          </a:p>
          <a:p>
            <a:pPr>
              <a:lnSpc>
                <a:spcPct val="150000"/>
              </a:lnSpc>
            </a:pPr>
            <a:r>
              <a:rPr lang="cs-CZ" b="1" dirty="0">
                <a:solidFill>
                  <a:srgbClr val="4DC58D"/>
                </a:solidFill>
              </a:rPr>
              <a:t>Logické síťové komponenty</a:t>
            </a:r>
          </a:p>
          <a:p>
            <a:pPr lvl="1">
              <a:lnSpc>
                <a:spcPct val="150000"/>
              </a:lnSpc>
            </a:pPr>
            <a:r>
              <a:rPr lang="cs-CZ" dirty="0">
                <a:solidFill>
                  <a:srgbClr val="4DC58D"/>
                </a:solidFill>
              </a:rPr>
              <a:t>logická propojení mezi síťovými uzly = síťové komunikační protokoly (uzel = počítače, telefony a další síťová zařízení)</a:t>
            </a:r>
          </a:p>
          <a:p>
            <a:pPr>
              <a:lnSpc>
                <a:spcPct val="150000"/>
              </a:lnSpc>
            </a:pPr>
            <a:r>
              <a:rPr lang="cs-CZ" b="1" dirty="0" err="1">
                <a:solidFill>
                  <a:schemeClr val="accent6"/>
                </a:solidFill>
              </a:rPr>
              <a:t>Kyberosobnost</a:t>
            </a:r>
            <a:endParaRPr lang="cs-CZ" b="1" dirty="0">
              <a:solidFill>
                <a:schemeClr val="accent6"/>
              </a:solidFill>
            </a:endParaRPr>
          </a:p>
          <a:p>
            <a:pPr lvl="1">
              <a:lnSpc>
                <a:spcPct val="150000"/>
              </a:lnSpc>
            </a:pPr>
            <a:r>
              <a:rPr lang="cs-CZ" dirty="0">
                <a:solidFill>
                  <a:schemeClr val="accent6"/>
                </a:solidFill>
              </a:rPr>
              <a:t>Identifikace osoby na síti (e-mailová adresa, IP adresa, číslo telefonu atd.)</a:t>
            </a:r>
          </a:p>
          <a:p>
            <a:pPr>
              <a:lnSpc>
                <a:spcPct val="150000"/>
              </a:lnSpc>
            </a:pPr>
            <a:r>
              <a:rPr lang="cs-CZ" b="1" dirty="0">
                <a:solidFill>
                  <a:schemeClr val="accent6"/>
                </a:solidFill>
              </a:rPr>
              <a:t>Osobnost</a:t>
            </a:r>
          </a:p>
          <a:p>
            <a:pPr lvl="1">
              <a:lnSpc>
                <a:spcPct val="150000"/>
              </a:lnSpc>
            </a:pPr>
            <a:r>
              <a:rPr lang="cs-CZ" dirty="0">
                <a:solidFill>
                  <a:schemeClr val="accent6"/>
                </a:solidFill>
              </a:rPr>
              <a:t>skutečné osoby připojené k síti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cs-CZ" i="1" dirty="0"/>
              <a:t>Jedna individualita pak může mít více „</a:t>
            </a:r>
            <a:r>
              <a:rPr lang="cs-CZ" i="1" dirty="0" err="1"/>
              <a:t>kyberosobností</a:t>
            </a:r>
            <a:r>
              <a:rPr lang="cs-CZ" i="1" dirty="0"/>
              <a:t>“, například různé e-maily na různých zařízeních, a jedna „</a:t>
            </a:r>
            <a:r>
              <a:rPr lang="cs-CZ" i="1" dirty="0" err="1"/>
              <a:t>kyberosobnost</a:t>
            </a:r>
            <a:r>
              <a:rPr lang="cs-CZ" i="1" dirty="0"/>
              <a:t>“ může být ve skutečnosti více různých skutečných osob, využívajících například jeden společný sdílený účet. </a:t>
            </a:r>
            <a:endParaRPr lang="en-US" b="1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78AA98B-7F14-CDC4-3070-33F17A7AF8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1928722"/>
              </p:ext>
            </p:extLst>
          </p:nvPr>
        </p:nvGraphicFramePr>
        <p:xfrm>
          <a:off x="48485" y="3693460"/>
          <a:ext cx="3989341" cy="30659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8477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E474DAA-2D5B-BFF6-B6EA-ECA875CD5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marR="0" algn="r"/>
            <a:r>
              <a:rPr lang="en-US" sz="4000" b="0" i="0" u="none" strike="noStrike" kern="1200" baseline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Kyberprostor</a:t>
            </a:r>
            <a:r>
              <a:rPr lang="en-US" sz="4000" b="0" i="0" u="none" strike="noStrike" kern="1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(Cyberspace)</a:t>
            </a:r>
            <a:br>
              <a:rPr lang="cs-CZ" sz="4000" b="0" i="0" u="none" strike="noStrike" kern="1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cs-CZ" sz="4000" b="0" i="0" u="none" strike="noStrike" kern="1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cs-CZ" sz="3600" b="0" i="0" u="none" strike="noStrike" kern="1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podle dostupnosti a dohledatelnosti dat pro běžného</a:t>
            </a:r>
            <a:br>
              <a:rPr lang="cs-CZ" sz="3600" b="0" i="0" u="none" strike="noStrike" kern="1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cs-CZ" sz="3600" b="0" i="0" u="none" strike="noStrike" kern="1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uživatele</a:t>
            </a:r>
            <a:br>
              <a:rPr lang="cs-CZ" sz="3600" b="0" i="0" u="none" strike="noStrike" kern="1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000" b="0" i="0" u="none" strike="noStrike" kern="1200" baseline="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A3306DE-7599-3D14-53E4-ED9C76234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3389" y="5181600"/>
            <a:ext cx="7413812" cy="1425388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cs-CZ" dirty="0"/>
              <a:t>DEEP + DARK = </a:t>
            </a:r>
            <a:r>
              <a:rPr lang="cs-CZ" b="1" dirty="0"/>
              <a:t>D4rkN3ts</a:t>
            </a:r>
            <a:r>
              <a:rPr lang="cs-CZ" dirty="0"/>
              <a:t> – </a:t>
            </a:r>
            <a:r>
              <a:rPr lang="cs-CZ" dirty="0" err="1"/>
              <a:t>Darknets</a:t>
            </a:r>
            <a:endParaRPr lang="cs-CZ" dirty="0"/>
          </a:p>
          <a:p>
            <a:pPr marL="0" indent="0">
              <a:lnSpc>
                <a:spcPct val="150000"/>
              </a:lnSpc>
              <a:buNone/>
            </a:pPr>
            <a:r>
              <a:rPr lang="cs-CZ" dirty="0"/>
              <a:t>KYBERPROSTOR ≠ INTERNET ≠ WEB</a:t>
            </a:r>
            <a:endParaRPr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E540800-74E0-7CF0-835A-E484A4BAD8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2237026"/>
              </p:ext>
            </p:extLst>
          </p:nvPr>
        </p:nvGraphicFramePr>
        <p:xfrm>
          <a:off x="4037826" y="10133"/>
          <a:ext cx="7537794" cy="51714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FC96132-257D-CB89-402F-D9D7013D68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3817951"/>
              </p:ext>
            </p:extLst>
          </p:nvPr>
        </p:nvGraphicFramePr>
        <p:xfrm>
          <a:off x="200818" y="3682267"/>
          <a:ext cx="3700155" cy="30053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108366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278130-DFE0-457B-8698-88DF69019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99531B-1681-4D6E-BECB-18325B33A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344094-430A-400B-804B-910E696A1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709375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3C67DF-7782-4E57-AB9B-F1B4811AD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543451" y="1248213"/>
            <a:ext cx="5413238" cy="4326335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4F600F7-992E-8004-D980-8E9CC586E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67" y="675564"/>
            <a:ext cx="3609833" cy="52040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0" i="0" u="none" strike="noStrike" kern="1200" baseline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Kybernetická</a:t>
            </a:r>
            <a:r>
              <a:rPr lang="en-US" b="0" i="0" u="none" strike="noStrike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0" i="0" u="none" strike="noStrike" kern="1200" baseline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bezpečnost</a:t>
            </a:r>
            <a:endParaRPr lang="en-US" b="0" i="0" u="none" strike="noStrike" kern="1200" baseline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3A5AE3-BD30-455C-842B-7626C8BEF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BECAA5-1F2D-470D-875C-8F2C2CA3E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ovéPole 2">
            <a:extLst>
              <a:ext uri="{FF2B5EF4-FFF2-40B4-BE49-F238E27FC236}">
                <a16:creationId xmlns:a16="http://schemas.microsoft.com/office/drawing/2014/main" id="{D6B4E8F9-EB82-8087-4000-3F512A0A7C42}"/>
              </a:ext>
            </a:extLst>
          </p:cNvPr>
          <p:cNvSpPr txBox="1"/>
          <p:nvPr/>
        </p:nvSpPr>
        <p:spPr>
          <a:xfrm>
            <a:off x="4410635" y="715307"/>
            <a:ext cx="6953825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dirty="0"/>
              <a:t>„Objev jaderné energie nepřinesl nové problémy. Pouze učinil naléhavějším nutnost vyřešit existující problémy.“ </a:t>
            </a:r>
          </a:p>
          <a:p>
            <a:pPr algn="r"/>
            <a:r>
              <a:rPr lang="cs-CZ" i="1" dirty="0"/>
              <a:t>Albert Einstein</a:t>
            </a:r>
          </a:p>
          <a:p>
            <a:pPr algn="r"/>
            <a:endParaRPr lang="cs-CZ" i="1" dirty="0"/>
          </a:p>
          <a:p>
            <a:r>
              <a:rPr lang="cs-CZ" sz="2400" dirty="0"/>
              <a:t>=</a:t>
            </a:r>
            <a:r>
              <a:rPr lang="cs-CZ" sz="2400" i="1" dirty="0"/>
              <a:t> </a:t>
            </a:r>
            <a:r>
              <a:rPr lang="cs-CZ" sz="2400" dirty="0"/>
              <a:t>aplikování</a:t>
            </a:r>
            <a:r>
              <a:rPr lang="cs-CZ" sz="2400" i="1" dirty="0"/>
              <a:t>  </a:t>
            </a:r>
            <a:r>
              <a:rPr lang="cs-CZ" sz="2400" dirty="0"/>
              <a:t>„starých bezpečnostních pravidel“ na tento „nový“ jev, jakož i vytvoření podmínek a prostředků pro řešení problémů, které je možné označit jako kybernetické útoky</a:t>
            </a:r>
          </a:p>
          <a:p>
            <a:endParaRPr lang="cs-CZ" sz="2400" i="1" dirty="0"/>
          </a:p>
          <a:p>
            <a:r>
              <a:rPr lang="cs-CZ" sz="2400" i="1" dirty="0" err="1"/>
              <a:t>Kyber</a:t>
            </a:r>
            <a:r>
              <a:rPr lang="cs-CZ" sz="2400" i="1" dirty="0"/>
              <a:t> = spojení s ICT?</a:t>
            </a:r>
          </a:p>
          <a:p>
            <a:r>
              <a:rPr lang="cs-CZ" sz="2400" i="1" dirty="0"/>
              <a:t>Bezpečnost = stav ochrany proti ztrátám?</a:t>
            </a:r>
          </a:p>
        </p:txBody>
      </p:sp>
    </p:spTree>
    <p:extLst>
      <p:ext uri="{BB962C8B-B14F-4D97-AF65-F5344CB8AC3E}">
        <p14:creationId xmlns:p14="http://schemas.microsoft.com/office/powerpoint/2010/main" val="2941099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278130-DFE0-457B-8698-88DF69019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99531B-1681-4D6E-BECB-18325B33A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344094-430A-400B-804B-910E696A1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709375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3C67DF-7782-4E57-AB9B-F1B4811AD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543451" y="1248213"/>
            <a:ext cx="5413238" cy="4326335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4F600F7-992E-8004-D980-8E9CC586E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67" y="675564"/>
            <a:ext cx="3609833" cy="52040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0" i="0" u="none" strike="noStrike" kern="1200" baseline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Kybernetická</a:t>
            </a:r>
            <a:r>
              <a:rPr lang="en-US" b="0" i="0" u="none" strike="noStrike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0" i="0" u="none" strike="noStrike" kern="1200" baseline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bezpečnost</a:t>
            </a:r>
            <a:endParaRPr lang="en-US" b="0" i="0" u="none" strike="noStrike" kern="1200" baseline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3A5AE3-BD30-455C-842B-7626C8BEF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BECAA5-1F2D-470D-875C-8F2C2CA3E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ovéPole 4">
            <a:extLst>
              <a:ext uri="{FF2B5EF4-FFF2-40B4-BE49-F238E27FC236}">
                <a16:creationId xmlns:a16="http://schemas.microsoft.com/office/drawing/2014/main" id="{9FB50D08-4B4B-587E-DAA9-BE79C6B90FE1}"/>
              </a:ext>
            </a:extLst>
          </p:cNvPr>
          <p:cNvSpPr txBox="1"/>
          <p:nvPr/>
        </p:nvSpPr>
        <p:spPr>
          <a:xfrm>
            <a:off x="4441022" y="739997"/>
            <a:ext cx="692341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400" b="1" dirty="0"/>
              <a:t>souhrn</a:t>
            </a:r>
            <a:r>
              <a:rPr lang="cs-CZ" sz="2400" dirty="0"/>
              <a:t> právních, organizačních, technických a vzdělávacích </a:t>
            </a:r>
            <a:r>
              <a:rPr lang="cs-CZ" sz="2400" b="1" dirty="0"/>
              <a:t>prostředků</a:t>
            </a:r>
            <a:r>
              <a:rPr lang="cs-CZ" sz="2400" dirty="0"/>
              <a:t>, které směřují k </a:t>
            </a:r>
            <a:r>
              <a:rPr lang="cs-CZ" sz="2400" b="1" dirty="0"/>
              <a:t>zajištění ochrany</a:t>
            </a:r>
            <a:r>
              <a:rPr lang="cs-CZ" sz="2400" dirty="0"/>
              <a:t> </a:t>
            </a:r>
            <a:r>
              <a:rPr lang="cs-CZ" sz="2400" b="1" dirty="0"/>
              <a:t>počítačových systémů </a:t>
            </a:r>
            <a:r>
              <a:rPr lang="cs-CZ" sz="2400" dirty="0"/>
              <a:t>a dalších </a:t>
            </a:r>
            <a:r>
              <a:rPr lang="cs-CZ" sz="2400" b="1" dirty="0"/>
              <a:t>prvků ICT</a:t>
            </a:r>
            <a:r>
              <a:rPr lang="cs-CZ" sz="2400" dirty="0"/>
              <a:t>, </a:t>
            </a:r>
            <a:r>
              <a:rPr lang="cs-CZ" sz="2400" b="1" dirty="0"/>
              <a:t>aplikací</a:t>
            </a:r>
            <a:r>
              <a:rPr lang="cs-CZ" sz="2400" dirty="0"/>
              <a:t>, </a:t>
            </a:r>
            <a:r>
              <a:rPr lang="cs-CZ" sz="2400" b="1" dirty="0"/>
              <a:t>dat</a:t>
            </a:r>
            <a:r>
              <a:rPr lang="cs-CZ" sz="2400" dirty="0"/>
              <a:t> a </a:t>
            </a:r>
            <a:r>
              <a:rPr lang="cs-CZ" sz="2400" b="1" dirty="0"/>
              <a:t>uživatelů</a:t>
            </a:r>
            <a:r>
              <a:rPr lang="cs-CZ" sz="2400" dirty="0"/>
              <a:t>, schopnost počítačových systémů a využívaných služeb </a:t>
            </a:r>
            <a:r>
              <a:rPr lang="cs-CZ" sz="2400" b="1" dirty="0"/>
              <a:t>reagovat</a:t>
            </a:r>
            <a:r>
              <a:rPr lang="cs-CZ" sz="2400" dirty="0"/>
              <a:t> na kybernetické </a:t>
            </a:r>
            <a:r>
              <a:rPr lang="cs-CZ" sz="2400" b="1" dirty="0"/>
              <a:t>hrozby</a:t>
            </a:r>
            <a:r>
              <a:rPr lang="cs-CZ" sz="2400" dirty="0"/>
              <a:t> či </a:t>
            </a:r>
            <a:r>
              <a:rPr lang="cs-CZ" sz="2400" b="1" dirty="0"/>
              <a:t>útoky</a:t>
            </a:r>
            <a:r>
              <a:rPr lang="cs-CZ" sz="2400" dirty="0"/>
              <a:t> a jejich následky, jakož i </a:t>
            </a:r>
            <a:r>
              <a:rPr lang="cs-CZ" sz="2400" b="1" dirty="0"/>
              <a:t>plánování obnovy </a:t>
            </a:r>
            <a:r>
              <a:rPr lang="cs-CZ" sz="2400" dirty="0"/>
              <a:t>funkčnosti počítačových systémů a služeb s nimi spojených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cs-CZ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/>
              <a:t>je realizována jak v rámci kyberprostoru, tak mimo něj</a:t>
            </a:r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2715200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278130-DFE0-457B-8698-88DF69019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99531B-1681-4D6E-BECB-18325B33A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344094-430A-400B-804B-910E696A1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709375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3C67DF-7782-4E57-AB9B-F1B4811AD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543451" y="1248213"/>
            <a:ext cx="5413238" cy="4326335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4F600F7-992E-8004-D980-8E9CC586E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67" y="675564"/>
            <a:ext cx="3609833" cy="52040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0" i="0" u="none" strike="noStrike" kern="1200" baseline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Kybernetická</a:t>
            </a:r>
            <a:r>
              <a:rPr lang="en-US" b="0" i="0" u="none" strike="noStrike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0" i="0" u="none" strike="noStrike" kern="1200" baseline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bezpečnost</a:t>
            </a:r>
            <a:br>
              <a:rPr lang="cs-CZ" b="0" i="0" u="none" strike="noStrike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cs-CZ" b="0" i="0" u="none" strike="noStrike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cs-CZ" b="0" i="0" u="none" strike="noStrike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 triády</a:t>
            </a:r>
            <a:endParaRPr lang="en-US" b="0" i="0" u="none" strike="noStrike" kern="1200" baseline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3A5AE3-BD30-455C-842B-7626C8BEF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BECAA5-1F2D-470D-875C-8F2C2CA3E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Zástupný text 2">
            <a:extLst>
              <a:ext uri="{FF2B5EF4-FFF2-40B4-BE49-F238E27FC236}">
                <a16:creationId xmlns:a16="http://schemas.microsoft.com/office/drawing/2014/main" id="{928A6339-132F-44CF-7026-D9BB0006C4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2453355"/>
              </p:ext>
            </p:extLst>
          </p:nvPr>
        </p:nvGraphicFramePr>
        <p:xfrm>
          <a:off x="4776730" y="819369"/>
          <a:ext cx="6589260" cy="5243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1761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278130-DFE0-457B-8698-88DF69019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99531B-1681-4D6E-BECB-18325B33A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344094-430A-400B-804B-910E696A1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709375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3C67DF-7782-4E57-AB9B-F1B4811AD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543451" y="1248213"/>
            <a:ext cx="5413238" cy="4326335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4F600F7-992E-8004-D980-8E9CC586E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67" y="675564"/>
            <a:ext cx="3609833" cy="52040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0" i="0" u="none" strike="noStrike" kern="1200" baseline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Kybernetická</a:t>
            </a:r>
            <a:r>
              <a:rPr lang="en-US" b="0" i="0" u="none" strike="noStrike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0" i="0" u="none" strike="noStrike" kern="1200" baseline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bezpečnost</a:t>
            </a:r>
            <a:br>
              <a:rPr lang="cs-CZ" b="0" i="0" u="none" strike="noStrike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cs-CZ" b="0" i="0" u="none" strike="noStrike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cs-CZ" b="0" i="0" u="none" strike="noStrike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 triády</a:t>
            </a:r>
            <a:endParaRPr lang="en-US" b="0" i="0" u="none" strike="noStrike" kern="1200" baseline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3A5AE3-BD30-455C-842B-7626C8BEF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BECAA5-1F2D-470D-875C-8F2C2CA3E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Zástupný text 2">
            <a:extLst>
              <a:ext uri="{FF2B5EF4-FFF2-40B4-BE49-F238E27FC236}">
                <a16:creationId xmlns:a16="http://schemas.microsoft.com/office/drawing/2014/main" id="{928A6339-132F-44CF-7026-D9BB0006C4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1526911"/>
              </p:ext>
            </p:extLst>
          </p:nvPr>
        </p:nvGraphicFramePr>
        <p:xfrm>
          <a:off x="4776730" y="819369"/>
          <a:ext cx="6589260" cy="5243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3143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278130-DFE0-457B-8698-88DF69019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99531B-1681-4D6E-BECB-18325B33A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344094-430A-400B-804B-910E696A1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709375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3C67DF-7782-4E57-AB9B-F1B4811AD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543451" y="1248213"/>
            <a:ext cx="5413238" cy="4326335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4F600F7-992E-8004-D980-8E9CC586E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67" y="675564"/>
            <a:ext cx="3609833" cy="52040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0" i="0" u="none" strike="noStrike" kern="1200" baseline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Kybernetická</a:t>
            </a:r>
            <a:r>
              <a:rPr lang="en-US" b="0" i="0" u="none" strike="noStrike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0" i="0" u="none" strike="noStrike" kern="1200" baseline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bezpečnost</a:t>
            </a:r>
            <a:br>
              <a:rPr lang="cs-CZ" b="0" i="0" u="none" strike="noStrike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cs-CZ" b="0" i="0" u="none" strike="noStrike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cs-CZ" b="0" i="0" u="none" strike="noStrike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 triády</a:t>
            </a:r>
            <a:endParaRPr lang="en-US" b="0" i="0" u="none" strike="noStrike" kern="1200" baseline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3A5AE3-BD30-455C-842B-7626C8BEF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BECAA5-1F2D-470D-875C-8F2C2CA3E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Zástupný text 2">
            <a:extLst>
              <a:ext uri="{FF2B5EF4-FFF2-40B4-BE49-F238E27FC236}">
                <a16:creationId xmlns:a16="http://schemas.microsoft.com/office/drawing/2014/main" id="{928A6339-132F-44CF-7026-D9BB0006C4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2116350"/>
              </p:ext>
            </p:extLst>
          </p:nvPr>
        </p:nvGraphicFramePr>
        <p:xfrm>
          <a:off x="4776730" y="819369"/>
          <a:ext cx="6589260" cy="5243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81877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278130-DFE0-457B-8698-88DF69019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99531B-1681-4D6E-BECB-18325B33A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344094-430A-400B-804B-910E696A1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709375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3C67DF-7782-4E57-AB9B-F1B4811AD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543451" y="1248213"/>
            <a:ext cx="5413238" cy="4326335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4F600F7-992E-8004-D980-8E9CC586E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67" y="675564"/>
            <a:ext cx="3609833" cy="52040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0" i="0" u="none" strike="noStrike" kern="1200" baseline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Kybernetická</a:t>
            </a:r>
            <a:r>
              <a:rPr lang="en-US" b="0" i="0" u="none" strike="noStrike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0" i="0" u="none" strike="noStrike" kern="1200" baseline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bezpečnost</a:t>
            </a:r>
            <a:br>
              <a:rPr lang="cs-CZ" b="0" i="0" u="none" strike="noStrike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cs-CZ" b="0" i="0" u="none" strike="noStrike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cs-CZ" b="0" i="0" u="none" strike="noStrike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 triády</a:t>
            </a:r>
            <a:endParaRPr lang="en-US" b="0" i="0" u="none" strike="noStrike" kern="1200" baseline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3A5AE3-BD30-455C-842B-7626C8BEF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BECAA5-1F2D-470D-875C-8F2C2CA3E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Zástupný text 2">
            <a:extLst>
              <a:ext uri="{FF2B5EF4-FFF2-40B4-BE49-F238E27FC236}">
                <a16:creationId xmlns:a16="http://schemas.microsoft.com/office/drawing/2014/main" id="{928A6339-132F-44CF-7026-D9BB0006C4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613463"/>
              </p:ext>
            </p:extLst>
          </p:nvPr>
        </p:nvGraphicFramePr>
        <p:xfrm>
          <a:off x="4776730" y="819369"/>
          <a:ext cx="6589260" cy="5243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6964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278130-DFE0-457B-8698-88DF69019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99531B-1681-4D6E-BECB-18325B33A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344094-430A-400B-804B-910E696A1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709375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3C67DF-7782-4E57-AB9B-F1B4811AD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543451" y="1248213"/>
            <a:ext cx="5413238" cy="4326335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89BB5AB-A50F-CE41-318D-5C008C5C9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67" y="675564"/>
            <a:ext cx="3609833" cy="52040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0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Riziko, aktivum, zranitelnost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3A5AE3-BD30-455C-842B-7626C8BEF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BECAA5-1F2D-470D-875C-8F2C2CA3E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Zástupný text 2">
            <a:extLst>
              <a:ext uri="{FF2B5EF4-FFF2-40B4-BE49-F238E27FC236}">
                <a16:creationId xmlns:a16="http://schemas.microsoft.com/office/drawing/2014/main" id="{74DA4D83-0376-AA71-83CB-44E35631B1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9992567"/>
              </p:ext>
            </p:extLst>
          </p:nvPr>
        </p:nvGraphicFramePr>
        <p:xfrm>
          <a:off x="4776730" y="819369"/>
          <a:ext cx="6589260" cy="5243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4504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278130-DFE0-457B-8698-88DF69019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99531B-1681-4D6E-BECB-18325B33A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344094-430A-400B-804B-910E696A1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709375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3C67DF-7782-4E57-AB9B-F1B4811AD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543451" y="1248213"/>
            <a:ext cx="5413238" cy="4326335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89BB5AB-A50F-CE41-318D-5C008C5C9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67" y="675564"/>
            <a:ext cx="3609833" cy="52040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0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Riziko, aktivum, zranitelnost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3A5AE3-BD30-455C-842B-7626C8BEF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BECAA5-1F2D-470D-875C-8F2C2CA3E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Zástupný text 2">
            <a:extLst>
              <a:ext uri="{FF2B5EF4-FFF2-40B4-BE49-F238E27FC236}">
                <a16:creationId xmlns:a16="http://schemas.microsoft.com/office/drawing/2014/main" id="{74DA4D83-0376-AA71-83CB-44E35631B1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5324614"/>
              </p:ext>
            </p:extLst>
          </p:nvPr>
        </p:nvGraphicFramePr>
        <p:xfrm>
          <a:off x="4776730" y="819369"/>
          <a:ext cx="6589260" cy="5243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54193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278130-DFE0-457B-8698-88DF69019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99531B-1681-4D6E-BECB-18325B33A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344094-430A-400B-804B-910E696A1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709375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3C67DF-7782-4E57-AB9B-F1B4811AD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543451" y="1248213"/>
            <a:ext cx="5413238" cy="4326335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89BB5AB-A50F-CE41-318D-5C008C5C9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67" y="675564"/>
            <a:ext cx="3609833" cy="52040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0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Riziko, aktivum, zranitelnost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3A5AE3-BD30-455C-842B-7626C8BEF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BECAA5-1F2D-470D-875C-8F2C2CA3E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Zástupný text 2">
            <a:extLst>
              <a:ext uri="{FF2B5EF4-FFF2-40B4-BE49-F238E27FC236}">
                <a16:creationId xmlns:a16="http://schemas.microsoft.com/office/drawing/2014/main" id="{74DA4D83-0376-AA71-83CB-44E35631B1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2663659"/>
              </p:ext>
            </p:extLst>
          </p:nvPr>
        </p:nvGraphicFramePr>
        <p:xfrm>
          <a:off x="4776730" y="819369"/>
          <a:ext cx="6589260" cy="5243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57284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278130-DFE0-457B-8698-88DF69019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99531B-1681-4D6E-BECB-18325B33A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344094-430A-400B-804B-910E696A1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709375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3C67DF-7782-4E57-AB9B-F1B4811AD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543451" y="1248213"/>
            <a:ext cx="5413238" cy="4326335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6232EA5-BBA8-C64E-0B18-AA5826DB2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67" y="675564"/>
            <a:ext cx="3609833" cy="52040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0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Kybernetické incidenty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3A5AE3-BD30-455C-842B-7626C8BEF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BECAA5-1F2D-470D-875C-8F2C2CA3E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Zástupný text 2">
            <a:extLst>
              <a:ext uri="{FF2B5EF4-FFF2-40B4-BE49-F238E27FC236}">
                <a16:creationId xmlns:a16="http://schemas.microsoft.com/office/drawing/2014/main" id="{BB1611E0-45A5-5A48-6F36-F9D45C90CE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1575455"/>
              </p:ext>
            </p:extLst>
          </p:nvPr>
        </p:nvGraphicFramePr>
        <p:xfrm>
          <a:off x="4776730" y="819369"/>
          <a:ext cx="6589260" cy="5243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1586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278130-DFE0-457B-8698-88DF69019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99531B-1681-4D6E-BECB-18325B33A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344094-430A-400B-804B-910E696A1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709375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3C67DF-7782-4E57-AB9B-F1B4811AD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543451" y="1248213"/>
            <a:ext cx="5413238" cy="4326335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6232EA5-BBA8-C64E-0B18-AA5826DB2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67" y="675564"/>
            <a:ext cx="3609833" cy="52040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0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Kybernetické incidenty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3A5AE3-BD30-455C-842B-7626C8BEF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BECAA5-1F2D-470D-875C-8F2C2CA3E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Zástupný text 2">
            <a:extLst>
              <a:ext uri="{FF2B5EF4-FFF2-40B4-BE49-F238E27FC236}">
                <a16:creationId xmlns:a16="http://schemas.microsoft.com/office/drawing/2014/main" id="{BB1611E0-45A5-5A48-6F36-F9D45C90CE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9495559"/>
              </p:ext>
            </p:extLst>
          </p:nvPr>
        </p:nvGraphicFramePr>
        <p:xfrm>
          <a:off x="4776730" y="819369"/>
          <a:ext cx="6589260" cy="5243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44775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EA575BA-61D1-DF39-EC1F-388C44598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Vztah kybernetických hrozeb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EE423B1-D4A3-4B20-E573-05B93DE12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6C63717A-50B6-B9E3-CC78-A808C13F8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553" y="1258692"/>
            <a:ext cx="9696894" cy="5485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1916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EA575BA-61D1-DF39-EC1F-388C44598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Klasifikace kybernetických hrozeb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EE423B1-D4A3-4B20-E573-05B93DE12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Dle zdroje</a:t>
            </a:r>
          </a:p>
          <a:p>
            <a:pPr lvl="1"/>
            <a:r>
              <a:rPr lang="cs-CZ" dirty="0"/>
              <a:t>Způsobené člověkem</a:t>
            </a:r>
          </a:p>
          <a:p>
            <a:pPr lvl="2"/>
            <a:r>
              <a:rPr lang="cs-CZ" dirty="0"/>
              <a:t>Úmyslně (smazání dat, konfigurace, poškození ICT, zcizení dat, kyberútoky)</a:t>
            </a:r>
          </a:p>
          <a:p>
            <a:pPr lvl="2"/>
            <a:r>
              <a:rPr lang="cs-CZ" dirty="0"/>
              <a:t>Z nedbalosti (omylem, chybou uživatele či administrátora)</a:t>
            </a:r>
          </a:p>
          <a:p>
            <a:pPr lvl="1"/>
            <a:r>
              <a:rPr lang="cs-CZ" dirty="0"/>
              <a:t>Technické chyby (HW i SW)</a:t>
            </a:r>
          </a:p>
          <a:p>
            <a:pPr lvl="1"/>
            <a:r>
              <a:rPr lang="cs-CZ" dirty="0"/>
              <a:t>Vis maior (vyšší moc)</a:t>
            </a:r>
          </a:p>
          <a:p>
            <a:pPr lvl="2"/>
            <a:r>
              <a:rPr lang="cs-CZ" dirty="0"/>
              <a:t>Výpadek napájení, přírodní událost, požár</a:t>
            </a:r>
          </a:p>
          <a:p>
            <a:r>
              <a:rPr lang="cs-CZ" dirty="0"/>
              <a:t>Dle působení</a:t>
            </a:r>
          </a:p>
          <a:p>
            <a:pPr lvl="1"/>
            <a:r>
              <a:rPr lang="cs-CZ" dirty="0"/>
              <a:t>Vnitřní (uvnitř organizace)</a:t>
            </a:r>
          </a:p>
          <a:p>
            <a:pPr lvl="1"/>
            <a:r>
              <a:rPr lang="cs-CZ" dirty="0"/>
              <a:t>Vnější (mimo organizaci)</a:t>
            </a:r>
          </a:p>
        </p:txBody>
      </p:sp>
    </p:spTree>
    <p:extLst>
      <p:ext uri="{BB962C8B-B14F-4D97-AF65-F5344CB8AC3E}">
        <p14:creationId xmlns:p14="http://schemas.microsoft.com/office/powerpoint/2010/main" val="11672153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EA575BA-61D1-DF39-EC1F-388C44598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Klasifikace kybernetických hrozeb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EE423B1-D4A3-4B20-E573-05B93DE12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Dle cíle hrozby</a:t>
            </a:r>
          </a:p>
          <a:p>
            <a:pPr lvl="1"/>
            <a:r>
              <a:rPr lang="cs-CZ" dirty="0"/>
              <a:t>Útok na triádu CIA</a:t>
            </a:r>
          </a:p>
          <a:p>
            <a:pPr lvl="2"/>
            <a:r>
              <a:rPr lang="cs-CZ" dirty="0" err="1"/>
              <a:t>Confidentiality</a:t>
            </a:r>
            <a:r>
              <a:rPr lang="cs-CZ" dirty="0"/>
              <a:t> (důvěrnost) – krádež dat, přístupových údajů</a:t>
            </a:r>
          </a:p>
          <a:p>
            <a:pPr lvl="2"/>
            <a:r>
              <a:rPr lang="cs-CZ" dirty="0"/>
              <a:t>Integrity (celistvost) – chyby v nastavení oprávnění, v databázích</a:t>
            </a:r>
          </a:p>
          <a:p>
            <a:pPr lvl="2"/>
            <a:r>
              <a:rPr lang="cs-CZ" dirty="0" err="1"/>
              <a:t>Availability</a:t>
            </a:r>
            <a:r>
              <a:rPr lang="cs-CZ" dirty="0"/>
              <a:t> (dostupnost) – </a:t>
            </a:r>
            <a:r>
              <a:rPr lang="cs-CZ" dirty="0" err="1"/>
              <a:t>DoS</a:t>
            </a:r>
            <a:r>
              <a:rPr lang="cs-CZ" dirty="0"/>
              <a:t> a </a:t>
            </a:r>
            <a:r>
              <a:rPr lang="cs-CZ" dirty="0" err="1"/>
              <a:t>DDoS</a:t>
            </a:r>
            <a:r>
              <a:rPr lang="cs-CZ" dirty="0"/>
              <a:t> útoky, výpadky fyzické vrstvy či proudu</a:t>
            </a:r>
          </a:p>
          <a:p>
            <a:pPr lvl="1"/>
            <a:r>
              <a:rPr lang="cs-CZ" dirty="0"/>
              <a:t>Útok na </a:t>
            </a:r>
            <a:r>
              <a:rPr lang="cs-CZ" dirty="0" err="1"/>
              <a:t>kyberbezpečnostní</a:t>
            </a:r>
            <a:r>
              <a:rPr lang="cs-CZ" dirty="0"/>
              <a:t> prvky</a:t>
            </a:r>
          </a:p>
          <a:p>
            <a:pPr lvl="2"/>
            <a:r>
              <a:rPr lang="cs-CZ" dirty="0"/>
              <a:t>Lidé – Sociální inženýrství, </a:t>
            </a:r>
            <a:r>
              <a:rPr lang="cs-CZ" dirty="0" err="1"/>
              <a:t>phishing</a:t>
            </a:r>
            <a:r>
              <a:rPr lang="cs-CZ" dirty="0"/>
              <a:t>, malware, krádeže</a:t>
            </a:r>
          </a:p>
          <a:p>
            <a:pPr lvl="2"/>
            <a:r>
              <a:rPr lang="cs-CZ" dirty="0"/>
              <a:t>Technologie – hardware, databáze, síťová infrastruktura, software, data a informace</a:t>
            </a:r>
          </a:p>
          <a:p>
            <a:pPr lvl="2"/>
            <a:r>
              <a:rPr lang="cs-CZ" dirty="0"/>
              <a:t>Procesy – neoprávněné testování zabezpečení či funkčnosti procesů v organizaci</a:t>
            </a:r>
          </a:p>
        </p:txBody>
      </p:sp>
    </p:spTree>
    <p:extLst>
      <p:ext uri="{BB962C8B-B14F-4D97-AF65-F5344CB8AC3E}">
        <p14:creationId xmlns:p14="http://schemas.microsoft.com/office/powerpoint/2010/main" val="30913579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EA575BA-61D1-DF39-EC1F-388C44598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Klasifikace kybernetických hrozeb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EE423B1-D4A3-4B20-E573-05B93DE12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Dle motivace</a:t>
            </a:r>
          </a:p>
          <a:p>
            <a:pPr lvl="1"/>
            <a:r>
              <a:rPr lang="cs-CZ" dirty="0"/>
              <a:t>Získání finančního prospěchu</a:t>
            </a:r>
          </a:p>
          <a:p>
            <a:pPr lvl="1"/>
            <a:r>
              <a:rPr lang="cs-CZ" dirty="0"/>
              <a:t>Získání konkurenční převahy</a:t>
            </a:r>
          </a:p>
          <a:p>
            <a:pPr lvl="1"/>
            <a:r>
              <a:rPr lang="cs-CZ" dirty="0"/>
              <a:t>Dokázání svých schopností</a:t>
            </a:r>
          </a:p>
          <a:p>
            <a:pPr lvl="1"/>
            <a:r>
              <a:rPr lang="cs-CZ" dirty="0"/>
              <a:t>Odplata</a:t>
            </a:r>
          </a:p>
          <a:p>
            <a:pPr lvl="1"/>
            <a:r>
              <a:rPr lang="cs-CZ" dirty="0"/>
              <a:t>Neplnění povinností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DD441AC1-FA49-57FD-682E-5BEB052E3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28" b="96056" l="4179" r="96432">
                        <a14:foregroundMark x1="48522" y1="4408" x2="53721" y2="4176"/>
                        <a14:foregroundMark x1="4383" y1="53480" x2="6014" y2="46752"/>
                        <a14:foregroundMark x1="96534" y1="53480" x2="96534" y2="44316"/>
                        <a14:foregroundMark x1="47604" y1="96056" x2="58919" y2="95824"/>
                        <a14:foregroundMark x1="55454" y1="10789" x2="68807" y2="10673"/>
                        <a14:foregroundMark x1="56983" y1="14385" x2="70133" y2="12761"/>
                        <a14:foregroundMark x1="70133" y1="12761" x2="70846" y2="12761"/>
                        <a14:foregroundMark x1="55148" y1="10789" x2="66259" y2="9745"/>
                        <a14:foregroundMark x1="74108" y1="14501" x2="88991" y2="13689"/>
                        <a14:foregroundMark x1="74108" y1="17633" x2="87666" y2="14501"/>
                        <a14:foregroundMark x1="87666" y1="14501" x2="88481" y2="14501"/>
                        <a14:foregroundMark x1="76555" y1="20882" x2="86952" y2="26450"/>
                        <a14:foregroundMark x1="86952" y1="26450" x2="78186" y2="21694"/>
                        <a14:foregroundMark x1="78186" y1="21694" x2="77370" y2="21694"/>
                        <a14:foregroundMark x1="80020" y1="26914" x2="94597" y2="25754"/>
                        <a14:foregroundMark x1="94597" y1="25754" x2="90826" y2="17981"/>
                        <a14:foregroundMark x1="90826" y1="17981" x2="75127" y2="11369"/>
                        <a14:foregroundMark x1="75127" y1="11369" x2="60550" y2="11253"/>
                        <a14:foregroundMark x1="60550" y1="11253" x2="56371" y2="16009"/>
                        <a14:foregroundMark x1="55861" y1="10325" x2="66463" y2="9397"/>
                        <a14:foregroundMark x1="66463" y1="9397" x2="69419" y2="9629"/>
                        <a14:foregroundMark x1="55861" y1="9745" x2="56167" y2="8933"/>
                        <a14:foregroundMark x1="88073" y1="13805" x2="94088" y2="19142"/>
                        <a14:foregroundMark x1="94088" y1="19142" x2="92253" y2="27378"/>
                        <a14:foregroundMark x1="95005" y1="23898" x2="94597" y2="21578"/>
                        <a14:foregroundMark x1="90316" y1="15777" x2="85117" y2="10789"/>
                        <a14:foregroundMark x1="89399" y1="13225" x2="89399" y2="13225"/>
                        <a14:foregroundMark x1="90316" y1="13457" x2="90316" y2="13457"/>
                        <a14:foregroundMark x1="75433" y1="78422" x2="73598" y2="70534"/>
                        <a14:foregroundMark x1="76555" y1="75522" x2="82467" y2="76218"/>
                        <a14:foregroundMark x1="75331" y1="77842" x2="81040" y2="75754"/>
                        <a14:foregroundMark x1="77880" y1="74594" x2="80428" y2="74014"/>
                        <a14:foregroundMark x1="79817" y1="77378" x2="80428" y2="75174"/>
                        <a14:backgroundMark x1="9480" y1="13457" x2="14985" y2="81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73805" y="855254"/>
            <a:ext cx="6666988" cy="585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6321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EA575BA-61D1-DF39-EC1F-388C44598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Klasifikace kybernetických hrozeb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EE423B1-D4A3-4B20-E573-05B93DE12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numCol="2">
            <a:normAutofit/>
          </a:bodyPr>
          <a:lstStyle/>
          <a:p>
            <a:r>
              <a:rPr lang="cs-CZ" dirty="0"/>
              <a:t>Typy hrozeb</a:t>
            </a:r>
          </a:p>
          <a:p>
            <a:pPr lvl="1"/>
            <a:r>
              <a:rPr lang="cs-CZ" dirty="0"/>
              <a:t>sociální inženýrství</a:t>
            </a:r>
          </a:p>
          <a:p>
            <a:pPr lvl="1"/>
            <a:r>
              <a:rPr lang="cs-CZ" dirty="0" err="1"/>
              <a:t>botnet</a:t>
            </a:r>
            <a:endParaRPr lang="cs-CZ" dirty="0"/>
          </a:p>
          <a:p>
            <a:pPr lvl="1"/>
            <a:r>
              <a:rPr lang="cs-CZ" dirty="0"/>
              <a:t>malware,</a:t>
            </a:r>
          </a:p>
          <a:p>
            <a:pPr lvl="1"/>
            <a:r>
              <a:rPr lang="cs-CZ" dirty="0"/>
              <a:t>ransomware</a:t>
            </a:r>
          </a:p>
          <a:p>
            <a:pPr lvl="1"/>
            <a:r>
              <a:rPr lang="cs-CZ" dirty="0"/>
              <a:t>spam/</a:t>
            </a:r>
            <a:r>
              <a:rPr lang="cs-CZ" dirty="0" err="1"/>
              <a:t>scam</a:t>
            </a:r>
            <a:endParaRPr lang="cs-CZ" dirty="0"/>
          </a:p>
          <a:p>
            <a:pPr lvl="1"/>
            <a:r>
              <a:rPr lang="cs-CZ" dirty="0"/>
              <a:t>podvodné nabídky</a:t>
            </a:r>
          </a:p>
          <a:p>
            <a:pPr lvl="1"/>
            <a:r>
              <a:rPr lang="cs-CZ" dirty="0" err="1"/>
              <a:t>phishing</a:t>
            </a:r>
            <a:r>
              <a:rPr lang="cs-CZ" dirty="0"/>
              <a:t>, </a:t>
            </a:r>
            <a:r>
              <a:rPr lang="cs-CZ" dirty="0" err="1"/>
              <a:t>pharming</a:t>
            </a:r>
            <a:r>
              <a:rPr lang="cs-CZ" dirty="0"/>
              <a:t>, </a:t>
            </a:r>
            <a:r>
              <a:rPr lang="cs-CZ" dirty="0" err="1"/>
              <a:t>spear</a:t>
            </a:r>
            <a:r>
              <a:rPr lang="cs-CZ" dirty="0"/>
              <a:t> </a:t>
            </a:r>
            <a:r>
              <a:rPr lang="cs-CZ" dirty="0" err="1"/>
              <a:t>phishing</a:t>
            </a:r>
            <a:r>
              <a:rPr lang="cs-CZ" dirty="0"/>
              <a:t>, </a:t>
            </a:r>
            <a:r>
              <a:rPr lang="cs-CZ" dirty="0" err="1"/>
              <a:t>vishing</a:t>
            </a:r>
            <a:r>
              <a:rPr lang="cs-CZ" dirty="0"/>
              <a:t>, </a:t>
            </a:r>
            <a:r>
              <a:rPr lang="cs-CZ" dirty="0" err="1"/>
              <a:t>smishing</a:t>
            </a:r>
            <a:endParaRPr lang="cs-CZ" dirty="0"/>
          </a:p>
          <a:p>
            <a:pPr lvl="1"/>
            <a:r>
              <a:rPr lang="cs-CZ" dirty="0" err="1"/>
              <a:t>hacking</a:t>
            </a:r>
            <a:endParaRPr lang="cs-CZ" dirty="0"/>
          </a:p>
          <a:p>
            <a:pPr lvl="1"/>
            <a:r>
              <a:rPr lang="cs-CZ" dirty="0" err="1"/>
              <a:t>sniffing</a:t>
            </a:r>
            <a:endParaRPr lang="cs-CZ" dirty="0"/>
          </a:p>
          <a:p>
            <a:pPr lvl="1"/>
            <a:r>
              <a:rPr lang="cs-CZ" dirty="0" err="1"/>
              <a:t>DoS</a:t>
            </a:r>
            <a:r>
              <a:rPr lang="cs-CZ" dirty="0"/>
              <a:t>, </a:t>
            </a:r>
            <a:r>
              <a:rPr lang="cs-CZ" dirty="0" err="1"/>
              <a:t>DDoS</a:t>
            </a:r>
            <a:r>
              <a:rPr lang="cs-CZ" dirty="0"/>
              <a:t>, </a:t>
            </a:r>
            <a:r>
              <a:rPr lang="cs-CZ" dirty="0" err="1"/>
              <a:t>DRDoS</a:t>
            </a:r>
            <a:r>
              <a:rPr lang="cs-CZ" dirty="0"/>
              <a:t> útoky</a:t>
            </a:r>
          </a:p>
          <a:p>
            <a:pPr lvl="1"/>
            <a:r>
              <a:rPr lang="cs-CZ" dirty="0"/>
              <a:t>šíření závadového obsahu</a:t>
            </a:r>
          </a:p>
          <a:p>
            <a:pPr lvl="1"/>
            <a:r>
              <a:rPr lang="cs-CZ" dirty="0"/>
              <a:t>identity </a:t>
            </a:r>
            <a:r>
              <a:rPr lang="cs-CZ" dirty="0" err="1"/>
              <a:t>theft</a:t>
            </a:r>
            <a:endParaRPr lang="cs-CZ" dirty="0"/>
          </a:p>
          <a:p>
            <a:pPr lvl="1"/>
            <a:r>
              <a:rPr lang="cs-CZ" dirty="0"/>
              <a:t>APT (</a:t>
            </a:r>
            <a:r>
              <a:rPr lang="cs-CZ" dirty="0" err="1"/>
              <a:t>Advanced</a:t>
            </a:r>
            <a:r>
              <a:rPr lang="cs-CZ" dirty="0"/>
              <a:t> </a:t>
            </a:r>
            <a:r>
              <a:rPr lang="cs-CZ" dirty="0" err="1"/>
              <a:t>Persistent</a:t>
            </a:r>
            <a:r>
              <a:rPr lang="cs-CZ" dirty="0"/>
              <a:t> </a:t>
            </a:r>
            <a:r>
              <a:rPr lang="cs-CZ" dirty="0" err="1"/>
              <a:t>Threat</a:t>
            </a:r>
            <a:r>
              <a:rPr lang="cs-CZ" dirty="0"/>
              <a:t>)</a:t>
            </a:r>
          </a:p>
          <a:p>
            <a:pPr lvl="1"/>
            <a:r>
              <a:rPr lang="cs-CZ" dirty="0"/>
              <a:t>kyberterorismus</a:t>
            </a:r>
          </a:p>
          <a:p>
            <a:pPr lvl="1"/>
            <a:r>
              <a:rPr lang="cs-CZ" dirty="0"/>
              <a:t>kybernetické výpalné či vydírání (</a:t>
            </a:r>
            <a:r>
              <a:rPr lang="cs-CZ" dirty="0" err="1"/>
              <a:t>cyber</a:t>
            </a:r>
            <a:r>
              <a:rPr lang="cs-CZ" dirty="0"/>
              <a:t> </a:t>
            </a:r>
            <a:r>
              <a:rPr lang="cs-CZ" dirty="0" err="1"/>
              <a:t>extortion</a:t>
            </a:r>
            <a:r>
              <a:rPr lang="cs-CZ" dirty="0"/>
              <a:t>)</a:t>
            </a:r>
          </a:p>
          <a:p>
            <a:pPr lvl="1"/>
            <a:endParaRPr lang="cs-CZ" dirty="0"/>
          </a:p>
          <a:p>
            <a:pPr marL="457200" lvl="1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141877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EA575BA-61D1-DF39-EC1F-388C44598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Klasifikace kybernetických hrozeb dle vyhlášky č. 82/2018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EE423B1-D4A3-4B20-E573-05B93DE12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463" y="1825625"/>
            <a:ext cx="11826240" cy="4801598"/>
          </a:xfrm>
        </p:spPr>
        <p:txBody>
          <a:bodyPr numCol="2" spcCol="324000">
            <a:normAutofit fontScale="32500" lnSpcReduction="2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cs-CZ" sz="49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1.</a:t>
            </a:r>
            <a:r>
              <a:rPr lang="cs-CZ" sz="49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porušení bezpečnostní politiky, provedení neoprávněných činností, zneužití oprávnění ze strany uživatelů a administrátorů,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cs-CZ" sz="49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2.</a:t>
            </a:r>
            <a:r>
              <a:rPr lang="cs-CZ" sz="49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poškození nebo selhání technického anebo programového vybavení,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cs-CZ" sz="49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3.</a:t>
            </a:r>
            <a:r>
              <a:rPr lang="cs-CZ" sz="49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zneužití identity,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cs-CZ" sz="49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4.</a:t>
            </a:r>
            <a:r>
              <a:rPr lang="cs-CZ" sz="49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užívání programového vybavení v rozporu s licenčními podmínkami,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cs-CZ" sz="49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5.</a:t>
            </a:r>
            <a:r>
              <a:rPr lang="cs-CZ" sz="49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škodlivý kód (například viry, spyware, trojské koně),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cs-CZ" sz="49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6.</a:t>
            </a:r>
            <a:r>
              <a:rPr lang="cs-CZ" sz="49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narušení fyzické bezpečnosti,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cs-CZ" sz="49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7.</a:t>
            </a:r>
            <a:r>
              <a:rPr lang="cs-CZ" sz="49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přerušení poskytování služeb elektronických komunikací nebo dodávek elektrické energie,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cs-CZ" sz="49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8.</a:t>
            </a:r>
            <a:r>
              <a:rPr lang="cs-CZ" sz="49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zneužití nebo neoprávněná modifikace údajů,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cs-CZ" sz="49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9.</a:t>
            </a:r>
            <a:r>
              <a:rPr lang="cs-CZ" sz="49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ztráta, odcizení nebo poškození aktiva,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cs-CZ" sz="49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10.</a:t>
            </a:r>
            <a:r>
              <a:rPr lang="cs-CZ" sz="49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nedodržení smluvního závazku ze strany dodavatele,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cs-CZ" sz="49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11.</a:t>
            </a:r>
            <a:r>
              <a:rPr lang="cs-CZ" sz="49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pochybení ze strany zaměstnanců,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cs-CZ" sz="49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12.</a:t>
            </a:r>
            <a:r>
              <a:rPr lang="cs-CZ" sz="49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zneužití vnitřních prostředků, sabotáž,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cs-CZ" sz="49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13.</a:t>
            </a:r>
            <a:r>
              <a:rPr lang="cs-CZ" sz="49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dlouhodobé přerušení poskytování služeb elektronických komunikací, dodávky elektrické energie nebo jiných důležitých služeb,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cs-CZ" sz="49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14.</a:t>
            </a:r>
            <a:r>
              <a:rPr lang="cs-CZ" sz="49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nedostatek zaměstnanců s potřebnou odbornou úrovní,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cs-CZ" sz="49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15.</a:t>
            </a:r>
            <a:r>
              <a:rPr lang="cs-CZ" sz="49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cílený kybernetický útok pomocí sociálního inženýrství, použití špionážních technik,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cs-CZ" sz="49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16.</a:t>
            </a:r>
            <a:r>
              <a:rPr lang="cs-CZ" sz="49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zneužití vyměnitelných technických nosičů dat,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cs-CZ" sz="49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17.</a:t>
            </a:r>
            <a:r>
              <a:rPr lang="cs-CZ" sz="49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napadení elektronické komunikace (odposlech, modifikace).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136488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278130-DFE0-457B-8698-88DF69019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99531B-1681-4D6E-BECB-18325B33A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344094-430A-400B-804B-910E696A1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709375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3C67DF-7782-4E57-AB9B-F1B4811AD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543451" y="1248213"/>
            <a:ext cx="5413238" cy="4326335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6232EA5-BBA8-C64E-0B18-AA5826DB2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67" y="675564"/>
            <a:ext cx="3609833" cy="52040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0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Kybernetické incidenty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3A5AE3-BD30-455C-842B-7626C8BEF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BECAA5-1F2D-470D-875C-8F2C2CA3E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Zástupný text 2">
            <a:extLst>
              <a:ext uri="{FF2B5EF4-FFF2-40B4-BE49-F238E27FC236}">
                <a16:creationId xmlns:a16="http://schemas.microsoft.com/office/drawing/2014/main" id="{BB1611E0-45A5-5A48-6F36-F9D45C90CE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5572613"/>
              </p:ext>
            </p:extLst>
          </p:nvPr>
        </p:nvGraphicFramePr>
        <p:xfrm>
          <a:off x="4776730" y="819369"/>
          <a:ext cx="6589260" cy="5243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05293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278130-DFE0-457B-8698-88DF69019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99531B-1681-4D6E-BECB-18325B33A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344094-430A-400B-804B-910E696A1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709375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3C67DF-7782-4E57-AB9B-F1B4811AD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543451" y="1248213"/>
            <a:ext cx="5413238" cy="4326335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6232EA5-BBA8-C64E-0B18-AA5826DB2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67" y="675564"/>
            <a:ext cx="3609833" cy="52040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0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Kybernetické incidenty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3A5AE3-BD30-455C-842B-7626C8BEF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BECAA5-1F2D-470D-875C-8F2C2CA3E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Zástupný text 2">
            <a:extLst>
              <a:ext uri="{FF2B5EF4-FFF2-40B4-BE49-F238E27FC236}">
                <a16:creationId xmlns:a16="http://schemas.microsoft.com/office/drawing/2014/main" id="{BB1611E0-45A5-5A48-6F36-F9D45C90CE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6081884"/>
              </p:ext>
            </p:extLst>
          </p:nvPr>
        </p:nvGraphicFramePr>
        <p:xfrm>
          <a:off x="4776730" y="819369"/>
          <a:ext cx="6589260" cy="5243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62646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EA575BA-61D1-DF39-EC1F-388C44598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cs-CZ" b="0" i="0" baseline="0" dirty="0"/>
              <a:t>Kybernetické bezpečnostní incidenty</a:t>
            </a:r>
            <a:endParaRPr lang="en-US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EE423B1-D4A3-4B20-E573-05B93DE12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Mohou být způsobeny:</a:t>
            </a:r>
          </a:p>
          <a:p>
            <a:pPr lvl="1"/>
            <a:r>
              <a:rPr lang="cs-CZ" dirty="0"/>
              <a:t>Úmyslně</a:t>
            </a:r>
          </a:p>
          <a:p>
            <a:pPr lvl="1"/>
            <a:r>
              <a:rPr lang="cs-CZ" dirty="0"/>
              <a:t>Nedbalostí</a:t>
            </a:r>
          </a:p>
          <a:p>
            <a:pPr lvl="1"/>
            <a:r>
              <a:rPr lang="cs-CZ" dirty="0"/>
              <a:t>Vyšší mocí</a:t>
            </a:r>
          </a:p>
          <a:p>
            <a:pPr lvl="1"/>
            <a:r>
              <a:rPr lang="cs-CZ" dirty="0"/>
              <a:t>Náhodnými jevy (chyba HW, SW, konfigurace aj.)</a:t>
            </a:r>
          </a:p>
          <a:p>
            <a:pPr lvl="1"/>
            <a:endParaRPr lang="cs-CZ" dirty="0"/>
          </a:p>
          <a:p>
            <a:r>
              <a:rPr lang="cs-CZ" dirty="0"/>
              <a:t>dojde k narušení bezpečnosti informací, nebo služeb a informačních a komunikačních systémů s nimi spojených</a:t>
            </a:r>
          </a:p>
        </p:txBody>
      </p:sp>
    </p:spTree>
    <p:extLst>
      <p:ext uri="{BB962C8B-B14F-4D97-AF65-F5344CB8AC3E}">
        <p14:creationId xmlns:p14="http://schemas.microsoft.com/office/powerpoint/2010/main" val="6082462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278130-DFE0-457B-8698-88DF69019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99531B-1681-4D6E-BECB-18325B33A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344094-430A-400B-804B-910E696A1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709375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3C67DF-7782-4E57-AB9B-F1B4811AD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543451" y="1248213"/>
            <a:ext cx="5413238" cy="4326335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6232EA5-BBA8-C64E-0B18-AA5826DB2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67" y="675564"/>
            <a:ext cx="3609833" cy="52040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0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Kybernetické incidenty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3A5AE3-BD30-455C-842B-7626C8BEF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BECAA5-1F2D-470D-875C-8F2C2CA3E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Zástupný text 2">
            <a:extLst>
              <a:ext uri="{FF2B5EF4-FFF2-40B4-BE49-F238E27FC236}">
                <a16:creationId xmlns:a16="http://schemas.microsoft.com/office/drawing/2014/main" id="{BB1611E0-45A5-5A48-6F36-F9D45C90CE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8037868"/>
              </p:ext>
            </p:extLst>
          </p:nvPr>
        </p:nvGraphicFramePr>
        <p:xfrm>
          <a:off x="4776730" y="819369"/>
          <a:ext cx="6589260" cy="5243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698339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278130-DFE0-457B-8698-88DF69019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99531B-1681-4D6E-BECB-18325B33A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344094-430A-400B-804B-910E696A1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709375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3C67DF-7782-4E57-AB9B-F1B4811AD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543451" y="1248213"/>
            <a:ext cx="5413238" cy="4326335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6232EA5-BBA8-C64E-0B18-AA5826DB2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67" y="675564"/>
            <a:ext cx="3609833" cy="52040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0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Kybernetické incidenty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3A5AE3-BD30-455C-842B-7626C8BEF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BECAA5-1F2D-470D-875C-8F2C2CA3E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Zástupný text 2">
            <a:extLst>
              <a:ext uri="{FF2B5EF4-FFF2-40B4-BE49-F238E27FC236}">
                <a16:creationId xmlns:a16="http://schemas.microsoft.com/office/drawing/2014/main" id="{BB1611E0-45A5-5A48-6F36-F9D45C90CE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3227417"/>
              </p:ext>
            </p:extLst>
          </p:nvPr>
        </p:nvGraphicFramePr>
        <p:xfrm>
          <a:off x="4776730" y="819369"/>
          <a:ext cx="6589260" cy="5243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54439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8C873F0-54A9-5450-EA3B-C46F5C690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TECHNICKÉ POJMY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D5E7629-1B7E-3F93-B222-40B0149AEF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cs-CZ" dirty="0"/>
              <a:t>IP adresa (IPv4), DNS, Internet, WWW, sociální inženýrství, </a:t>
            </a:r>
            <a:r>
              <a:rPr lang="cs-CZ" dirty="0" err="1"/>
              <a:t>phishing</a:t>
            </a:r>
            <a:r>
              <a:rPr lang="cs-CZ" dirty="0"/>
              <a:t>, malware, </a:t>
            </a:r>
            <a:r>
              <a:rPr lang="cs-CZ" dirty="0" err="1"/>
              <a:t>DDoS</a:t>
            </a:r>
            <a:r>
              <a:rPr lang="cs-CZ" dirty="0"/>
              <a:t>, Spam, DMARC, antivir, firewall, VPN, Proxy, EDR, XDR, </a:t>
            </a:r>
            <a:r>
              <a:rPr lang="cs-CZ" dirty="0" err="1"/>
              <a:t>Zero</a:t>
            </a:r>
            <a:r>
              <a:rPr lang="cs-CZ" dirty="0"/>
              <a:t> Trust, Patch, </a:t>
            </a:r>
            <a:r>
              <a:rPr lang="cs-CZ" dirty="0" err="1"/>
              <a:t>Exploit</a:t>
            </a:r>
            <a:r>
              <a:rPr lang="cs-CZ" dirty="0"/>
              <a:t>, router, switch, fyzická adresa (MAC), DHCP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495750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8C873F0-54A9-5450-EA3B-C46F5C690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PRÁVNÍ POJMY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D5E7629-1B7E-3F93-B222-40B0149AEF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cs-CZ" dirty="0"/>
              <a:t>Ústava, zákon, vyhláška, směrnice, opatření, nařízení, autorský zákon, GDPR, osobní údaje</a:t>
            </a:r>
            <a:r>
              <a:rPr lang="cs-CZ"/>
              <a:t>, normy ISO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53759133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36FE9EDAD69054A8CE492318688181F" ma:contentTypeVersion="4" ma:contentTypeDescription="Vytvoří nový dokument" ma:contentTypeScope="" ma:versionID="1412afce8ddbc1bdec547fab8d39e859">
  <xsd:schema xmlns:xsd="http://www.w3.org/2001/XMLSchema" xmlns:xs="http://www.w3.org/2001/XMLSchema" xmlns:p="http://schemas.microsoft.com/office/2006/metadata/properties" xmlns:ns2="4d6a33b1-1e15-475c-9f0f-552951532f2c" targetNamespace="http://schemas.microsoft.com/office/2006/metadata/properties" ma:root="true" ma:fieldsID="46ed3b423e43648d1e42326701d994b7" ns2:_="">
    <xsd:import namespace="4d6a33b1-1e15-475c-9f0f-552951532f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6a33b1-1e15-475c-9f0f-552951532f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BA66FF7-6F22-4FB6-BA40-22E01FA091C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67655F8-24CE-4706-AD73-ACBE5A7503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000E6C9-97BD-4861-9EF9-E38A60E0B6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d6a33b1-1e15-475c-9f0f-552951532f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1105</TotalTime>
  <Words>1524</Words>
  <Application>Microsoft Office PowerPoint</Application>
  <PresentationFormat>Širokoúhlá obrazovka</PresentationFormat>
  <Paragraphs>233</Paragraphs>
  <Slides>32</Slides>
  <Notes>1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32</vt:i4>
      </vt:variant>
    </vt:vector>
  </HeadingPairs>
  <TitlesOfParts>
    <vt:vector size="33" baseType="lpstr">
      <vt:lpstr>Motiv Office</vt:lpstr>
      <vt:lpstr>Kyberbezpečnost</vt:lpstr>
      <vt:lpstr>Kyberprostor (Cyberspace)</vt:lpstr>
      <vt:lpstr>Kyberprostor (Cyberspace)</vt:lpstr>
      <vt:lpstr>Kyberprostor (Cyberspace)</vt:lpstr>
      <vt:lpstr>Kyberprostor (Cyberspace)  ZNAKY</vt:lpstr>
      <vt:lpstr>Kyberprostor (Cyberspace)  SLOŽKY (VRSTVY) </vt:lpstr>
      <vt:lpstr>Kyberprostor (Cyberspace)  KOMPONENTY SLOŽEK </vt:lpstr>
      <vt:lpstr>Kyberprostor (Cyberspace)  podle dostupnosti a dohledatelnosti dat pro běžného uživatele </vt:lpstr>
      <vt:lpstr>Kybernetická bezpečnost</vt:lpstr>
      <vt:lpstr>Kybernetická bezpečnost</vt:lpstr>
      <vt:lpstr>Kybernetická bezpečnost  3 triády</vt:lpstr>
      <vt:lpstr>Kybernetická bezpečnost  3 triády</vt:lpstr>
      <vt:lpstr>Kybernetická bezpečnost  3 triády</vt:lpstr>
      <vt:lpstr>Kybernetická bezpečnost  3 triády</vt:lpstr>
      <vt:lpstr>Riziko, aktivum, zranitelnost</vt:lpstr>
      <vt:lpstr>Riziko, aktivum, zranitelnost</vt:lpstr>
      <vt:lpstr>Riziko, aktivum, zranitelnost</vt:lpstr>
      <vt:lpstr>Kybernetické incidenty</vt:lpstr>
      <vt:lpstr>Kybernetické incidenty</vt:lpstr>
      <vt:lpstr>Vztah kybernetických hrozeb</vt:lpstr>
      <vt:lpstr>Klasifikace kybernetických hrozeb</vt:lpstr>
      <vt:lpstr>Klasifikace kybernetických hrozeb</vt:lpstr>
      <vt:lpstr>Klasifikace kybernetických hrozeb</vt:lpstr>
      <vt:lpstr>Klasifikace kybernetických hrozeb</vt:lpstr>
      <vt:lpstr>Klasifikace kybernetických hrozeb dle vyhlášky č. 82/2018</vt:lpstr>
      <vt:lpstr>Kybernetické incidenty</vt:lpstr>
      <vt:lpstr>Kybernetické incidenty</vt:lpstr>
      <vt:lpstr>Kybernetické bezpečnostní incidenty</vt:lpstr>
      <vt:lpstr>Kybernetické incidenty</vt:lpstr>
      <vt:lpstr>Kybernetické incidenty</vt:lpstr>
      <vt:lpstr>TECHNICKÉ POJMY</vt:lpstr>
      <vt:lpstr>PRÁVNÍ POJMY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Kyberbezpečnost</dc:title>
  <dc:creator>Fojtík Jan</dc:creator>
  <cp:lastModifiedBy>Jan Fojtík</cp:lastModifiedBy>
  <cp:revision>16</cp:revision>
  <dcterms:created xsi:type="dcterms:W3CDTF">2023-10-19T19:54:28Z</dcterms:created>
  <dcterms:modified xsi:type="dcterms:W3CDTF">2024-01-15T22:48:03Z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0x010100336FE9EDAD69054A8CE492318688181F</vt:lpwstr>
  </property>
</Properties>
</file>